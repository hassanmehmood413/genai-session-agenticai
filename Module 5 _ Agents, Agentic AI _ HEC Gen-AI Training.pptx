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4" r:id="rId11"/>
    <p:sldId id="265" r:id="rId12"/>
  </p:sldIdLst>
  <p:sldSz cx="12192000" cy="6858000"/>
  <p:notesSz cx="6858000" cy="9144000"/>
  <p:embeddedFontLst>
    <p:embeddedFont>
      <p:font typeface="Play" panose="020B0604020202020204" charset="0"/>
      <p:regular r:id="rId14"/>
      <p:bold r:id="rId15"/>
    </p:embeddedFont>
    <p:embeddedFont>
      <p:font typeface="Calibri" panose="020F0502020204030204" pitchFamily="34" charset="0"/>
      <p:regular r:id="rId16"/>
      <p:bold r:id="rId17"/>
      <p:italic r:id="rId18"/>
      <p:boldItalic r:id="rId19"/>
    </p:embeddedFont>
    <p:embeddedFont>
      <p:font typeface="Carlito" panose="020B0604020202020204" charset="0"/>
      <p:regular r:id="rId20"/>
      <p:bold r:id="rId21"/>
      <p:italic r:id="rId22"/>
      <p:boldItalic r:id="rId23"/>
    </p:embeddedFont>
    <p:embeddedFont>
      <p:font typeface="Montserrat"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hpdsRfDJsOvy2/CI6VcUvFPEdX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a4904d7b3a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g3a4904d7b3a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a4904d7b3a_2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g3a4904d7b3a_2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a4904d7b3a_2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3a4904d7b3a_2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a4904d7b3a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3a4904d7b3a_2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a4904d7b3a_2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 name="Google Shape;121;g3a4904d7b3a_2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4904d7b3a_2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3a4904d7b3a_2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a4904d7b3a_2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g3a4904d7b3a_2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a4904d7b3a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3a4904d7b3a_2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a4904d7b3a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3a4904d7b3a_2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318049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a4904d7b3a_2_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g3a4904d7b3a_2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a4904d7b3a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0" name="Google Shape;150;g3a4904d7b3a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g3a4904d7b3a_0_1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18" name="Google Shape;18;g3a4904d7b3a_0_1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1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g3a4904d7b3a_0_17"/>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20" name="Google Shape;20;g3a4904d7b3a_0_17"/>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21" name="Google Shape;21;g3a4904d7b3a_0_17"/>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g3a4904d7b3a_0_2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24" name="Google Shape;24;g3a4904d7b3a_0_2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9250" algn="l">
              <a:lnSpc>
                <a:spcPct val="90000"/>
              </a:lnSpc>
              <a:spcBef>
                <a:spcPts val="1100"/>
              </a:spcBef>
              <a:spcAft>
                <a:spcPts val="0"/>
              </a:spcAft>
              <a:buClr>
                <a:schemeClr val="dk1"/>
              </a:buClr>
              <a:buSzPts val="1900"/>
              <a:buChar char="•"/>
              <a:defRPr/>
            </a:lvl1pPr>
            <a:lvl2pPr marL="914400" lvl="1" indent="-349250" algn="l">
              <a:lnSpc>
                <a:spcPct val="90000"/>
              </a:lnSpc>
              <a:spcBef>
                <a:spcPts val="500"/>
              </a:spcBef>
              <a:spcAft>
                <a:spcPts val="0"/>
              </a:spcAft>
              <a:buClr>
                <a:schemeClr val="dk1"/>
              </a:buClr>
              <a:buSzPts val="1900"/>
              <a:buChar char="•"/>
              <a:defRPr/>
            </a:lvl2pPr>
            <a:lvl3pPr marL="1371600" lvl="2" indent="-349250" algn="l">
              <a:lnSpc>
                <a:spcPct val="90000"/>
              </a:lnSpc>
              <a:spcBef>
                <a:spcPts val="500"/>
              </a:spcBef>
              <a:spcAft>
                <a:spcPts val="0"/>
              </a:spcAft>
              <a:buClr>
                <a:schemeClr val="dk1"/>
              </a:buClr>
              <a:buSzPts val="1900"/>
              <a:buChar char="•"/>
              <a:defRPr/>
            </a:lvl3pPr>
            <a:lvl4pPr marL="1828800" lvl="3" indent="-349250" algn="l">
              <a:lnSpc>
                <a:spcPct val="90000"/>
              </a:lnSpc>
              <a:spcBef>
                <a:spcPts val="500"/>
              </a:spcBef>
              <a:spcAft>
                <a:spcPts val="0"/>
              </a:spcAft>
              <a:buClr>
                <a:schemeClr val="dk1"/>
              </a:buClr>
              <a:buSzPts val="1900"/>
              <a:buChar char="•"/>
              <a:defRPr/>
            </a:lvl4pPr>
            <a:lvl5pPr marL="2286000" lvl="4" indent="-349250" algn="l">
              <a:lnSpc>
                <a:spcPct val="90000"/>
              </a:lnSpc>
              <a:spcBef>
                <a:spcPts val="500"/>
              </a:spcBef>
              <a:spcAft>
                <a:spcPts val="0"/>
              </a:spcAft>
              <a:buClr>
                <a:schemeClr val="dk1"/>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25" name="Google Shape;25;g3a4904d7b3a_0_23"/>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26" name="Google Shape;26;g3a4904d7b3a_0_23"/>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27" name="Google Shape;27;g3a4904d7b3a_0_23"/>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g3a4904d7b3a_0_29"/>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30" name="Google Shape;30;g3a4904d7b3a_0_29"/>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1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900"/>
              <a:buNone/>
              <a:defRPr sz="19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1" name="Google Shape;31;g3a4904d7b3a_0_29"/>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32" name="Google Shape;32;g3a4904d7b3a_0_29"/>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33" name="Google Shape;33;g3a4904d7b3a_0_29"/>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g3a4904d7b3a_0_3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36" name="Google Shape;36;g3a4904d7b3a_0_3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9250" algn="l">
              <a:lnSpc>
                <a:spcPct val="90000"/>
              </a:lnSpc>
              <a:spcBef>
                <a:spcPts val="1100"/>
              </a:spcBef>
              <a:spcAft>
                <a:spcPts val="0"/>
              </a:spcAft>
              <a:buClr>
                <a:schemeClr val="dk1"/>
              </a:buClr>
              <a:buSzPts val="1900"/>
              <a:buChar char="•"/>
              <a:defRPr/>
            </a:lvl1pPr>
            <a:lvl2pPr marL="914400" lvl="1" indent="-349250" algn="l">
              <a:lnSpc>
                <a:spcPct val="90000"/>
              </a:lnSpc>
              <a:spcBef>
                <a:spcPts val="500"/>
              </a:spcBef>
              <a:spcAft>
                <a:spcPts val="0"/>
              </a:spcAft>
              <a:buClr>
                <a:schemeClr val="dk1"/>
              </a:buClr>
              <a:buSzPts val="1900"/>
              <a:buChar char="•"/>
              <a:defRPr/>
            </a:lvl2pPr>
            <a:lvl3pPr marL="1371600" lvl="2" indent="-349250" algn="l">
              <a:lnSpc>
                <a:spcPct val="90000"/>
              </a:lnSpc>
              <a:spcBef>
                <a:spcPts val="500"/>
              </a:spcBef>
              <a:spcAft>
                <a:spcPts val="0"/>
              </a:spcAft>
              <a:buClr>
                <a:schemeClr val="dk1"/>
              </a:buClr>
              <a:buSzPts val="1900"/>
              <a:buChar char="•"/>
              <a:defRPr/>
            </a:lvl3pPr>
            <a:lvl4pPr marL="1828800" lvl="3" indent="-349250" algn="l">
              <a:lnSpc>
                <a:spcPct val="90000"/>
              </a:lnSpc>
              <a:spcBef>
                <a:spcPts val="500"/>
              </a:spcBef>
              <a:spcAft>
                <a:spcPts val="0"/>
              </a:spcAft>
              <a:buClr>
                <a:schemeClr val="dk1"/>
              </a:buClr>
              <a:buSzPts val="1900"/>
              <a:buChar char="•"/>
              <a:defRPr/>
            </a:lvl4pPr>
            <a:lvl5pPr marL="2286000" lvl="4" indent="-349250" algn="l">
              <a:lnSpc>
                <a:spcPct val="90000"/>
              </a:lnSpc>
              <a:spcBef>
                <a:spcPts val="500"/>
              </a:spcBef>
              <a:spcAft>
                <a:spcPts val="0"/>
              </a:spcAft>
              <a:buClr>
                <a:schemeClr val="dk1"/>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37" name="Google Shape;37;g3a4904d7b3a_0_3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9250" algn="l">
              <a:lnSpc>
                <a:spcPct val="90000"/>
              </a:lnSpc>
              <a:spcBef>
                <a:spcPts val="1100"/>
              </a:spcBef>
              <a:spcAft>
                <a:spcPts val="0"/>
              </a:spcAft>
              <a:buClr>
                <a:schemeClr val="dk1"/>
              </a:buClr>
              <a:buSzPts val="1900"/>
              <a:buChar char="•"/>
              <a:defRPr/>
            </a:lvl1pPr>
            <a:lvl2pPr marL="914400" lvl="1" indent="-349250" algn="l">
              <a:lnSpc>
                <a:spcPct val="90000"/>
              </a:lnSpc>
              <a:spcBef>
                <a:spcPts val="500"/>
              </a:spcBef>
              <a:spcAft>
                <a:spcPts val="0"/>
              </a:spcAft>
              <a:buClr>
                <a:schemeClr val="dk1"/>
              </a:buClr>
              <a:buSzPts val="1900"/>
              <a:buChar char="•"/>
              <a:defRPr/>
            </a:lvl2pPr>
            <a:lvl3pPr marL="1371600" lvl="2" indent="-349250" algn="l">
              <a:lnSpc>
                <a:spcPct val="90000"/>
              </a:lnSpc>
              <a:spcBef>
                <a:spcPts val="500"/>
              </a:spcBef>
              <a:spcAft>
                <a:spcPts val="0"/>
              </a:spcAft>
              <a:buClr>
                <a:schemeClr val="dk1"/>
              </a:buClr>
              <a:buSzPts val="1900"/>
              <a:buChar char="•"/>
              <a:defRPr/>
            </a:lvl3pPr>
            <a:lvl4pPr marL="1828800" lvl="3" indent="-349250" algn="l">
              <a:lnSpc>
                <a:spcPct val="90000"/>
              </a:lnSpc>
              <a:spcBef>
                <a:spcPts val="500"/>
              </a:spcBef>
              <a:spcAft>
                <a:spcPts val="0"/>
              </a:spcAft>
              <a:buClr>
                <a:schemeClr val="dk1"/>
              </a:buClr>
              <a:buSzPts val="1900"/>
              <a:buChar char="•"/>
              <a:defRPr/>
            </a:lvl4pPr>
            <a:lvl5pPr marL="2286000" lvl="4" indent="-349250" algn="l">
              <a:lnSpc>
                <a:spcPct val="90000"/>
              </a:lnSpc>
              <a:spcBef>
                <a:spcPts val="500"/>
              </a:spcBef>
              <a:spcAft>
                <a:spcPts val="0"/>
              </a:spcAft>
              <a:buClr>
                <a:schemeClr val="dk1"/>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38" name="Google Shape;38;g3a4904d7b3a_0_35"/>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39" name="Google Shape;39;g3a4904d7b3a_0_35"/>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40" name="Google Shape;40;g3a4904d7b3a_0_35"/>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g3a4904d7b3a_0_42"/>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43" name="Google Shape;43;g3a4904d7b3a_0_42"/>
          <p:cNvSpPr txBox="1">
            <a:spLocks noGrp="1"/>
          </p:cNvSpPr>
          <p:nvPr>
            <p:ph type="body" idx="1"/>
          </p:nvPr>
        </p:nvSpPr>
        <p:spPr>
          <a:xfrm>
            <a:off x="839788" y="1681163"/>
            <a:ext cx="5157900" cy="8241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1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900"/>
              <a:buNone/>
              <a:defRPr sz="19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g3a4904d7b3a_0_42"/>
          <p:cNvSpPr txBox="1">
            <a:spLocks noGrp="1"/>
          </p:cNvSpPr>
          <p:nvPr>
            <p:ph type="body" idx="2"/>
          </p:nvPr>
        </p:nvSpPr>
        <p:spPr>
          <a:xfrm>
            <a:off x="839788" y="2505075"/>
            <a:ext cx="5157900" cy="3684900"/>
          </a:xfrm>
          <a:prstGeom prst="rect">
            <a:avLst/>
          </a:prstGeom>
          <a:noFill/>
          <a:ln>
            <a:noFill/>
          </a:ln>
        </p:spPr>
        <p:txBody>
          <a:bodyPr spcFirstLastPara="1" wrap="square" lIns="91425" tIns="45700" rIns="91425" bIns="45700" anchor="t" anchorCtr="0">
            <a:normAutofit/>
          </a:bodyPr>
          <a:lstStyle>
            <a:lvl1pPr marL="457200" lvl="0" indent="-349250" algn="l">
              <a:lnSpc>
                <a:spcPct val="90000"/>
              </a:lnSpc>
              <a:spcBef>
                <a:spcPts val="1100"/>
              </a:spcBef>
              <a:spcAft>
                <a:spcPts val="0"/>
              </a:spcAft>
              <a:buClr>
                <a:schemeClr val="dk1"/>
              </a:buClr>
              <a:buSzPts val="1900"/>
              <a:buChar char="•"/>
              <a:defRPr/>
            </a:lvl1pPr>
            <a:lvl2pPr marL="914400" lvl="1" indent="-349250" algn="l">
              <a:lnSpc>
                <a:spcPct val="90000"/>
              </a:lnSpc>
              <a:spcBef>
                <a:spcPts val="500"/>
              </a:spcBef>
              <a:spcAft>
                <a:spcPts val="0"/>
              </a:spcAft>
              <a:buClr>
                <a:schemeClr val="dk1"/>
              </a:buClr>
              <a:buSzPts val="1900"/>
              <a:buChar char="•"/>
              <a:defRPr/>
            </a:lvl2pPr>
            <a:lvl3pPr marL="1371600" lvl="2" indent="-349250" algn="l">
              <a:lnSpc>
                <a:spcPct val="90000"/>
              </a:lnSpc>
              <a:spcBef>
                <a:spcPts val="500"/>
              </a:spcBef>
              <a:spcAft>
                <a:spcPts val="0"/>
              </a:spcAft>
              <a:buClr>
                <a:schemeClr val="dk1"/>
              </a:buClr>
              <a:buSzPts val="1900"/>
              <a:buChar char="•"/>
              <a:defRPr/>
            </a:lvl3pPr>
            <a:lvl4pPr marL="1828800" lvl="3" indent="-349250" algn="l">
              <a:lnSpc>
                <a:spcPct val="90000"/>
              </a:lnSpc>
              <a:spcBef>
                <a:spcPts val="500"/>
              </a:spcBef>
              <a:spcAft>
                <a:spcPts val="0"/>
              </a:spcAft>
              <a:buClr>
                <a:schemeClr val="dk1"/>
              </a:buClr>
              <a:buSzPts val="1900"/>
              <a:buChar char="•"/>
              <a:defRPr/>
            </a:lvl4pPr>
            <a:lvl5pPr marL="2286000" lvl="4" indent="-349250" algn="l">
              <a:lnSpc>
                <a:spcPct val="90000"/>
              </a:lnSpc>
              <a:spcBef>
                <a:spcPts val="500"/>
              </a:spcBef>
              <a:spcAft>
                <a:spcPts val="0"/>
              </a:spcAft>
              <a:buClr>
                <a:schemeClr val="dk1"/>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45" name="Google Shape;45;g3a4904d7b3a_0_42"/>
          <p:cNvSpPr txBox="1">
            <a:spLocks noGrp="1"/>
          </p:cNvSpPr>
          <p:nvPr>
            <p:ph type="body" idx="3"/>
          </p:nvPr>
        </p:nvSpPr>
        <p:spPr>
          <a:xfrm>
            <a:off x="6172200" y="1681163"/>
            <a:ext cx="5183100" cy="8241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1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900"/>
              <a:buNone/>
              <a:defRPr sz="19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g3a4904d7b3a_0_42"/>
          <p:cNvSpPr txBox="1">
            <a:spLocks noGrp="1"/>
          </p:cNvSpPr>
          <p:nvPr>
            <p:ph type="body" idx="4"/>
          </p:nvPr>
        </p:nvSpPr>
        <p:spPr>
          <a:xfrm>
            <a:off x="6172200" y="2505075"/>
            <a:ext cx="5183100" cy="3684900"/>
          </a:xfrm>
          <a:prstGeom prst="rect">
            <a:avLst/>
          </a:prstGeom>
          <a:noFill/>
          <a:ln>
            <a:noFill/>
          </a:ln>
        </p:spPr>
        <p:txBody>
          <a:bodyPr spcFirstLastPara="1" wrap="square" lIns="91425" tIns="45700" rIns="91425" bIns="45700" anchor="t" anchorCtr="0">
            <a:normAutofit/>
          </a:bodyPr>
          <a:lstStyle>
            <a:lvl1pPr marL="457200" lvl="0" indent="-349250" algn="l">
              <a:lnSpc>
                <a:spcPct val="90000"/>
              </a:lnSpc>
              <a:spcBef>
                <a:spcPts val="1100"/>
              </a:spcBef>
              <a:spcAft>
                <a:spcPts val="0"/>
              </a:spcAft>
              <a:buClr>
                <a:schemeClr val="dk1"/>
              </a:buClr>
              <a:buSzPts val="1900"/>
              <a:buChar char="•"/>
              <a:defRPr/>
            </a:lvl1pPr>
            <a:lvl2pPr marL="914400" lvl="1" indent="-349250" algn="l">
              <a:lnSpc>
                <a:spcPct val="90000"/>
              </a:lnSpc>
              <a:spcBef>
                <a:spcPts val="500"/>
              </a:spcBef>
              <a:spcAft>
                <a:spcPts val="0"/>
              </a:spcAft>
              <a:buClr>
                <a:schemeClr val="dk1"/>
              </a:buClr>
              <a:buSzPts val="1900"/>
              <a:buChar char="•"/>
              <a:defRPr/>
            </a:lvl2pPr>
            <a:lvl3pPr marL="1371600" lvl="2" indent="-349250" algn="l">
              <a:lnSpc>
                <a:spcPct val="90000"/>
              </a:lnSpc>
              <a:spcBef>
                <a:spcPts val="500"/>
              </a:spcBef>
              <a:spcAft>
                <a:spcPts val="0"/>
              </a:spcAft>
              <a:buClr>
                <a:schemeClr val="dk1"/>
              </a:buClr>
              <a:buSzPts val="1900"/>
              <a:buChar char="•"/>
              <a:defRPr/>
            </a:lvl3pPr>
            <a:lvl4pPr marL="1828800" lvl="3" indent="-349250" algn="l">
              <a:lnSpc>
                <a:spcPct val="90000"/>
              </a:lnSpc>
              <a:spcBef>
                <a:spcPts val="500"/>
              </a:spcBef>
              <a:spcAft>
                <a:spcPts val="0"/>
              </a:spcAft>
              <a:buClr>
                <a:schemeClr val="dk1"/>
              </a:buClr>
              <a:buSzPts val="1900"/>
              <a:buChar char="•"/>
              <a:defRPr/>
            </a:lvl4pPr>
            <a:lvl5pPr marL="2286000" lvl="4" indent="-349250" algn="l">
              <a:lnSpc>
                <a:spcPct val="90000"/>
              </a:lnSpc>
              <a:spcBef>
                <a:spcPts val="500"/>
              </a:spcBef>
              <a:spcAft>
                <a:spcPts val="0"/>
              </a:spcAft>
              <a:buClr>
                <a:schemeClr val="dk1"/>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47" name="Google Shape;47;g3a4904d7b3a_0_42"/>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48" name="Google Shape;48;g3a4904d7b3a_0_42"/>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49" name="Google Shape;49;g3a4904d7b3a_0_42"/>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g3a4904d7b3a_0_5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52" name="Google Shape;52;g3a4904d7b3a_0_51"/>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53" name="Google Shape;53;g3a4904d7b3a_0_51"/>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54" name="Google Shape;54;g3a4904d7b3a_0_51"/>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g3a4904d7b3a_0_56"/>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57" name="Google Shape;57;g3a4904d7b3a_0_56"/>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58" name="Google Shape;58;g3a4904d7b3a_0_56"/>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g3a4904d7b3a_0_60"/>
          <p:cNvSpPr txBox="1">
            <a:spLocks noGrp="1"/>
          </p:cNvSpPr>
          <p:nvPr>
            <p:ph type="title"/>
          </p:nvPr>
        </p:nvSpPr>
        <p:spPr>
          <a:xfrm>
            <a:off x="839788" y="457200"/>
            <a:ext cx="3932100" cy="16005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61" name="Google Shape;61;g3a4904d7b3a_0_60"/>
          <p:cNvSpPr txBox="1">
            <a:spLocks noGrp="1"/>
          </p:cNvSpPr>
          <p:nvPr>
            <p:ph type="body" idx="1"/>
          </p:nvPr>
        </p:nvSpPr>
        <p:spPr>
          <a:xfrm>
            <a:off x="5183188" y="987425"/>
            <a:ext cx="61725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1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g3a4904d7b3a_0_6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1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5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100"/>
              <a:buNone/>
              <a:defRPr sz="1100"/>
            </a:lvl4pPr>
            <a:lvl5pPr marL="2286000" lvl="4" indent="-228600" algn="l">
              <a:lnSpc>
                <a:spcPct val="90000"/>
              </a:lnSpc>
              <a:spcBef>
                <a:spcPts val="500"/>
              </a:spcBef>
              <a:spcAft>
                <a:spcPts val="0"/>
              </a:spcAft>
              <a:buClr>
                <a:schemeClr val="dk1"/>
              </a:buClr>
              <a:buSzPts val="1100"/>
              <a:buNone/>
              <a:defRPr sz="1100"/>
            </a:lvl5pPr>
            <a:lvl6pPr marL="2743200" lvl="5" indent="-228600" algn="l">
              <a:lnSpc>
                <a:spcPct val="90000"/>
              </a:lnSpc>
              <a:spcBef>
                <a:spcPts val="500"/>
              </a:spcBef>
              <a:spcAft>
                <a:spcPts val="0"/>
              </a:spcAft>
              <a:buClr>
                <a:schemeClr val="dk1"/>
              </a:buClr>
              <a:buSzPts val="1100"/>
              <a:buNone/>
              <a:defRPr sz="1100"/>
            </a:lvl6pPr>
            <a:lvl7pPr marL="3200400" lvl="6" indent="-228600" algn="l">
              <a:lnSpc>
                <a:spcPct val="90000"/>
              </a:lnSpc>
              <a:spcBef>
                <a:spcPts val="500"/>
              </a:spcBef>
              <a:spcAft>
                <a:spcPts val="0"/>
              </a:spcAft>
              <a:buClr>
                <a:schemeClr val="dk1"/>
              </a:buClr>
              <a:buSzPts val="1100"/>
              <a:buNone/>
              <a:defRPr sz="1100"/>
            </a:lvl7pPr>
            <a:lvl8pPr marL="3657600" lvl="7" indent="-228600" algn="l">
              <a:lnSpc>
                <a:spcPct val="90000"/>
              </a:lnSpc>
              <a:spcBef>
                <a:spcPts val="500"/>
              </a:spcBef>
              <a:spcAft>
                <a:spcPts val="0"/>
              </a:spcAft>
              <a:buClr>
                <a:schemeClr val="dk1"/>
              </a:buClr>
              <a:buSzPts val="1100"/>
              <a:buNone/>
              <a:defRPr sz="1100"/>
            </a:lvl8pPr>
            <a:lvl9pPr marL="4114800" lvl="8" indent="-228600" algn="l">
              <a:lnSpc>
                <a:spcPct val="90000"/>
              </a:lnSpc>
              <a:spcBef>
                <a:spcPts val="500"/>
              </a:spcBef>
              <a:spcAft>
                <a:spcPts val="0"/>
              </a:spcAft>
              <a:buClr>
                <a:schemeClr val="dk1"/>
              </a:buClr>
              <a:buSzPts val="1100"/>
              <a:buNone/>
              <a:defRPr sz="1100"/>
            </a:lvl9pPr>
          </a:lstStyle>
          <a:p>
            <a:endParaRPr/>
          </a:p>
        </p:txBody>
      </p:sp>
      <p:sp>
        <p:nvSpPr>
          <p:cNvPr id="63" name="Google Shape;63;g3a4904d7b3a_0_60"/>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64" name="Google Shape;64;g3a4904d7b3a_0_60"/>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65" name="Google Shape;65;g3a4904d7b3a_0_60"/>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g3a4904d7b3a_0_67"/>
          <p:cNvSpPr txBox="1">
            <a:spLocks noGrp="1"/>
          </p:cNvSpPr>
          <p:nvPr>
            <p:ph type="title"/>
          </p:nvPr>
        </p:nvSpPr>
        <p:spPr>
          <a:xfrm>
            <a:off x="839788" y="457200"/>
            <a:ext cx="3932100" cy="16005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68" name="Google Shape;68;g3a4904d7b3a_0_67"/>
          <p:cNvSpPr>
            <a:spLocks noGrp="1"/>
          </p:cNvSpPr>
          <p:nvPr>
            <p:ph type="pic" idx="2"/>
          </p:nvPr>
        </p:nvSpPr>
        <p:spPr>
          <a:xfrm>
            <a:off x="5183188" y="987425"/>
            <a:ext cx="6172500" cy="4873500"/>
          </a:xfrm>
          <a:prstGeom prst="rect">
            <a:avLst/>
          </a:prstGeom>
          <a:noFill/>
          <a:ln>
            <a:noFill/>
          </a:ln>
        </p:spPr>
      </p:sp>
      <p:sp>
        <p:nvSpPr>
          <p:cNvPr id="69" name="Google Shape;69;g3a4904d7b3a_0_67"/>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1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5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100"/>
              <a:buNone/>
              <a:defRPr sz="1100"/>
            </a:lvl4pPr>
            <a:lvl5pPr marL="2286000" lvl="4" indent="-228600" algn="l">
              <a:lnSpc>
                <a:spcPct val="90000"/>
              </a:lnSpc>
              <a:spcBef>
                <a:spcPts val="500"/>
              </a:spcBef>
              <a:spcAft>
                <a:spcPts val="0"/>
              </a:spcAft>
              <a:buClr>
                <a:schemeClr val="dk1"/>
              </a:buClr>
              <a:buSzPts val="1100"/>
              <a:buNone/>
              <a:defRPr sz="1100"/>
            </a:lvl5pPr>
            <a:lvl6pPr marL="2743200" lvl="5" indent="-228600" algn="l">
              <a:lnSpc>
                <a:spcPct val="90000"/>
              </a:lnSpc>
              <a:spcBef>
                <a:spcPts val="500"/>
              </a:spcBef>
              <a:spcAft>
                <a:spcPts val="0"/>
              </a:spcAft>
              <a:buClr>
                <a:schemeClr val="dk1"/>
              </a:buClr>
              <a:buSzPts val="1100"/>
              <a:buNone/>
              <a:defRPr sz="1100"/>
            </a:lvl6pPr>
            <a:lvl7pPr marL="3200400" lvl="6" indent="-228600" algn="l">
              <a:lnSpc>
                <a:spcPct val="90000"/>
              </a:lnSpc>
              <a:spcBef>
                <a:spcPts val="500"/>
              </a:spcBef>
              <a:spcAft>
                <a:spcPts val="0"/>
              </a:spcAft>
              <a:buClr>
                <a:schemeClr val="dk1"/>
              </a:buClr>
              <a:buSzPts val="1100"/>
              <a:buNone/>
              <a:defRPr sz="1100"/>
            </a:lvl7pPr>
            <a:lvl8pPr marL="3657600" lvl="7" indent="-228600" algn="l">
              <a:lnSpc>
                <a:spcPct val="90000"/>
              </a:lnSpc>
              <a:spcBef>
                <a:spcPts val="500"/>
              </a:spcBef>
              <a:spcAft>
                <a:spcPts val="0"/>
              </a:spcAft>
              <a:buClr>
                <a:schemeClr val="dk1"/>
              </a:buClr>
              <a:buSzPts val="1100"/>
              <a:buNone/>
              <a:defRPr sz="1100"/>
            </a:lvl8pPr>
            <a:lvl9pPr marL="4114800" lvl="8" indent="-228600" algn="l">
              <a:lnSpc>
                <a:spcPct val="90000"/>
              </a:lnSpc>
              <a:spcBef>
                <a:spcPts val="500"/>
              </a:spcBef>
              <a:spcAft>
                <a:spcPts val="0"/>
              </a:spcAft>
              <a:buClr>
                <a:schemeClr val="dk1"/>
              </a:buClr>
              <a:buSzPts val="1100"/>
              <a:buNone/>
              <a:defRPr sz="1100"/>
            </a:lvl9pPr>
          </a:lstStyle>
          <a:p>
            <a:endParaRPr/>
          </a:p>
        </p:txBody>
      </p:sp>
      <p:sp>
        <p:nvSpPr>
          <p:cNvPr id="70" name="Google Shape;70;g3a4904d7b3a_0_67"/>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71" name="Google Shape;71;g3a4904d7b3a_0_67"/>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72" name="Google Shape;72;g3a4904d7b3a_0_67"/>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g3a4904d7b3a_0_7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75" name="Google Shape;75;g3a4904d7b3a_0_74"/>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9250" algn="l">
              <a:lnSpc>
                <a:spcPct val="90000"/>
              </a:lnSpc>
              <a:spcBef>
                <a:spcPts val="1100"/>
              </a:spcBef>
              <a:spcAft>
                <a:spcPts val="0"/>
              </a:spcAft>
              <a:buClr>
                <a:schemeClr val="dk1"/>
              </a:buClr>
              <a:buSzPts val="1900"/>
              <a:buChar char="•"/>
              <a:defRPr/>
            </a:lvl1pPr>
            <a:lvl2pPr marL="914400" lvl="1" indent="-349250" algn="l">
              <a:lnSpc>
                <a:spcPct val="90000"/>
              </a:lnSpc>
              <a:spcBef>
                <a:spcPts val="500"/>
              </a:spcBef>
              <a:spcAft>
                <a:spcPts val="0"/>
              </a:spcAft>
              <a:buClr>
                <a:schemeClr val="dk1"/>
              </a:buClr>
              <a:buSzPts val="1900"/>
              <a:buChar char="•"/>
              <a:defRPr/>
            </a:lvl2pPr>
            <a:lvl3pPr marL="1371600" lvl="2" indent="-349250" algn="l">
              <a:lnSpc>
                <a:spcPct val="90000"/>
              </a:lnSpc>
              <a:spcBef>
                <a:spcPts val="500"/>
              </a:spcBef>
              <a:spcAft>
                <a:spcPts val="0"/>
              </a:spcAft>
              <a:buClr>
                <a:schemeClr val="dk1"/>
              </a:buClr>
              <a:buSzPts val="1900"/>
              <a:buChar char="•"/>
              <a:defRPr/>
            </a:lvl3pPr>
            <a:lvl4pPr marL="1828800" lvl="3" indent="-349250" algn="l">
              <a:lnSpc>
                <a:spcPct val="90000"/>
              </a:lnSpc>
              <a:spcBef>
                <a:spcPts val="500"/>
              </a:spcBef>
              <a:spcAft>
                <a:spcPts val="0"/>
              </a:spcAft>
              <a:buClr>
                <a:schemeClr val="dk1"/>
              </a:buClr>
              <a:buSzPts val="1900"/>
              <a:buChar char="•"/>
              <a:defRPr/>
            </a:lvl4pPr>
            <a:lvl5pPr marL="2286000" lvl="4" indent="-349250" algn="l">
              <a:lnSpc>
                <a:spcPct val="90000"/>
              </a:lnSpc>
              <a:spcBef>
                <a:spcPts val="500"/>
              </a:spcBef>
              <a:spcAft>
                <a:spcPts val="0"/>
              </a:spcAft>
              <a:buClr>
                <a:schemeClr val="dk1"/>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76" name="Google Shape;76;g3a4904d7b3a_0_74"/>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77" name="Google Shape;77;g3a4904d7b3a_0_74"/>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78" name="Google Shape;78;g3a4904d7b3a_0_74"/>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g3a4904d7b3a_0_80"/>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81" name="Google Shape;81;g3a4904d7b3a_0_80"/>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9250" algn="l">
              <a:lnSpc>
                <a:spcPct val="90000"/>
              </a:lnSpc>
              <a:spcBef>
                <a:spcPts val="1100"/>
              </a:spcBef>
              <a:spcAft>
                <a:spcPts val="0"/>
              </a:spcAft>
              <a:buClr>
                <a:schemeClr val="dk1"/>
              </a:buClr>
              <a:buSzPts val="1900"/>
              <a:buChar char="•"/>
              <a:defRPr/>
            </a:lvl1pPr>
            <a:lvl2pPr marL="914400" lvl="1" indent="-349250" algn="l">
              <a:lnSpc>
                <a:spcPct val="90000"/>
              </a:lnSpc>
              <a:spcBef>
                <a:spcPts val="500"/>
              </a:spcBef>
              <a:spcAft>
                <a:spcPts val="0"/>
              </a:spcAft>
              <a:buClr>
                <a:schemeClr val="dk1"/>
              </a:buClr>
              <a:buSzPts val="1900"/>
              <a:buChar char="•"/>
              <a:defRPr/>
            </a:lvl2pPr>
            <a:lvl3pPr marL="1371600" lvl="2" indent="-349250" algn="l">
              <a:lnSpc>
                <a:spcPct val="90000"/>
              </a:lnSpc>
              <a:spcBef>
                <a:spcPts val="500"/>
              </a:spcBef>
              <a:spcAft>
                <a:spcPts val="0"/>
              </a:spcAft>
              <a:buClr>
                <a:schemeClr val="dk1"/>
              </a:buClr>
              <a:buSzPts val="1900"/>
              <a:buChar char="•"/>
              <a:defRPr/>
            </a:lvl3pPr>
            <a:lvl4pPr marL="1828800" lvl="3" indent="-349250" algn="l">
              <a:lnSpc>
                <a:spcPct val="90000"/>
              </a:lnSpc>
              <a:spcBef>
                <a:spcPts val="500"/>
              </a:spcBef>
              <a:spcAft>
                <a:spcPts val="0"/>
              </a:spcAft>
              <a:buClr>
                <a:schemeClr val="dk1"/>
              </a:buClr>
              <a:buSzPts val="1900"/>
              <a:buChar char="•"/>
              <a:defRPr/>
            </a:lvl4pPr>
            <a:lvl5pPr marL="2286000" lvl="4" indent="-349250" algn="l">
              <a:lnSpc>
                <a:spcPct val="90000"/>
              </a:lnSpc>
              <a:spcBef>
                <a:spcPts val="500"/>
              </a:spcBef>
              <a:spcAft>
                <a:spcPts val="0"/>
              </a:spcAft>
              <a:buClr>
                <a:schemeClr val="dk1"/>
              </a:buClr>
              <a:buSzPts val="1900"/>
              <a:buChar char="•"/>
              <a:defRPr/>
            </a:lvl5pPr>
            <a:lvl6pPr marL="2743200" lvl="5" indent="-349250" algn="l">
              <a:lnSpc>
                <a:spcPct val="90000"/>
              </a:lnSpc>
              <a:spcBef>
                <a:spcPts val="500"/>
              </a:spcBef>
              <a:spcAft>
                <a:spcPts val="0"/>
              </a:spcAft>
              <a:buClr>
                <a:schemeClr val="dk1"/>
              </a:buClr>
              <a:buSzPts val="1900"/>
              <a:buChar char="•"/>
              <a:defRPr/>
            </a:lvl6pPr>
            <a:lvl7pPr marL="3200400" lvl="6" indent="-349250" algn="l">
              <a:lnSpc>
                <a:spcPct val="90000"/>
              </a:lnSpc>
              <a:spcBef>
                <a:spcPts val="500"/>
              </a:spcBef>
              <a:spcAft>
                <a:spcPts val="0"/>
              </a:spcAft>
              <a:buClr>
                <a:schemeClr val="dk1"/>
              </a:buClr>
              <a:buSzPts val="1900"/>
              <a:buChar char="•"/>
              <a:defRPr/>
            </a:lvl7pPr>
            <a:lvl8pPr marL="3657600" lvl="7" indent="-349250" algn="l">
              <a:lnSpc>
                <a:spcPct val="90000"/>
              </a:lnSpc>
              <a:spcBef>
                <a:spcPts val="500"/>
              </a:spcBef>
              <a:spcAft>
                <a:spcPts val="0"/>
              </a:spcAft>
              <a:buClr>
                <a:schemeClr val="dk1"/>
              </a:buClr>
              <a:buSzPts val="1900"/>
              <a:buChar char="•"/>
              <a:defRPr/>
            </a:lvl8pPr>
            <a:lvl9pPr marL="4114800" lvl="8" indent="-349250" algn="l">
              <a:lnSpc>
                <a:spcPct val="90000"/>
              </a:lnSpc>
              <a:spcBef>
                <a:spcPts val="500"/>
              </a:spcBef>
              <a:spcAft>
                <a:spcPts val="0"/>
              </a:spcAft>
              <a:buClr>
                <a:schemeClr val="dk1"/>
              </a:buClr>
              <a:buSzPts val="1900"/>
              <a:buChar char="•"/>
              <a:defRPr/>
            </a:lvl9pPr>
          </a:lstStyle>
          <a:p>
            <a:endParaRPr/>
          </a:p>
        </p:txBody>
      </p:sp>
      <p:sp>
        <p:nvSpPr>
          <p:cNvPr id="82" name="Google Shape;82;g3a4904d7b3a_0_80"/>
          <p:cNvSpPr txBox="1">
            <a:spLocks noGrp="1"/>
          </p:cNvSpPr>
          <p:nvPr>
            <p:ph type="dt" idx="10"/>
          </p:nvPr>
        </p:nvSpPr>
        <p:spPr>
          <a:xfrm>
            <a:off x="9277980" y="6356350"/>
            <a:ext cx="990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83" name="Google Shape;83;g3a4904d7b3a_0_80"/>
          <p:cNvSpPr txBox="1">
            <a:spLocks noGrp="1"/>
          </p:cNvSpPr>
          <p:nvPr>
            <p:ph type="ftr" idx="11"/>
          </p:nvPr>
        </p:nvSpPr>
        <p:spPr>
          <a:xfrm>
            <a:off x="4004441" y="6408795"/>
            <a:ext cx="109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84" name="Google Shape;84;g3a4904d7b3a_0_80"/>
          <p:cNvSpPr txBox="1">
            <a:spLocks noGrp="1"/>
          </p:cNvSpPr>
          <p:nvPr>
            <p:ph type="sldNum" idx="12"/>
          </p:nvPr>
        </p:nvSpPr>
        <p:spPr>
          <a:xfrm>
            <a:off x="10499834" y="6356350"/>
            <a:ext cx="854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5"/>
        <p:cNvGrpSpPr/>
        <p:nvPr/>
      </p:nvGrpSpPr>
      <p:grpSpPr>
        <a:xfrm>
          <a:off x="0" y="0"/>
          <a:ext cx="0" cy="0"/>
          <a:chOff x="0" y="0"/>
          <a:chExt cx="0" cy="0"/>
        </a:xfrm>
      </p:grpSpPr>
      <p:sp>
        <p:nvSpPr>
          <p:cNvPr id="86" name="Google Shape;86;g3a4904d7b3a_0_86"/>
          <p:cNvSpPr txBox="1">
            <a:spLocks noGrp="1"/>
          </p:cNvSpPr>
          <p:nvPr>
            <p:ph type="title"/>
          </p:nvPr>
        </p:nvSpPr>
        <p:spPr>
          <a:xfrm>
            <a:off x="415600" y="593367"/>
            <a:ext cx="11360700" cy="763500"/>
          </a:xfrm>
          <a:prstGeom prst="rect">
            <a:avLst/>
          </a:prstGeom>
        </p:spPr>
        <p:txBody>
          <a:bodyPr spcFirstLastPara="1" wrap="square" lIns="91425" tIns="45700" rIns="91425" bIns="45700" anchor="ctr" anchorCtr="0">
            <a:normAutofit/>
          </a:bodyPr>
          <a:lstStyle>
            <a:lvl1pPr lvl="0">
              <a:spcBef>
                <a:spcPts val="0"/>
              </a:spcBef>
              <a:spcAft>
                <a:spcPts val="0"/>
              </a:spcAft>
              <a:buSzPts val="44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87" name="Google Shape;87;g3a4904d7b3a_0_86"/>
          <p:cNvSpPr txBox="1">
            <a:spLocks noGrp="1"/>
          </p:cNvSpPr>
          <p:nvPr>
            <p:ph type="body" idx="1"/>
          </p:nvPr>
        </p:nvSpPr>
        <p:spPr>
          <a:xfrm>
            <a:off x="415600" y="1536633"/>
            <a:ext cx="11360700" cy="4555200"/>
          </a:xfrm>
          <a:prstGeom prst="rect">
            <a:avLst/>
          </a:prstGeom>
        </p:spPr>
        <p:txBody>
          <a:bodyPr spcFirstLastPara="1" wrap="square" lIns="91425" tIns="45700" rIns="91425" bIns="45700" anchor="t" anchorCtr="0">
            <a:normAutofit/>
          </a:bodyPr>
          <a:lstStyle>
            <a:lvl1pPr marL="457200" lvl="0" indent="-406400">
              <a:spcBef>
                <a:spcPts val="1100"/>
              </a:spcBef>
              <a:spcAft>
                <a:spcPts val="0"/>
              </a:spcAft>
              <a:buSzPts val="2800"/>
              <a:buChar char="•"/>
              <a:defRPr/>
            </a:lvl1pPr>
            <a:lvl2pPr marL="914400" lvl="1" indent="-381000">
              <a:spcBef>
                <a:spcPts val="500"/>
              </a:spcBef>
              <a:spcAft>
                <a:spcPts val="0"/>
              </a:spcAft>
              <a:buSzPts val="2400"/>
              <a:buChar char="•"/>
              <a:defRPr/>
            </a:lvl2pPr>
            <a:lvl3pPr marL="1371600" lvl="2" indent="-355600">
              <a:spcBef>
                <a:spcPts val="500"/>
              </a:spcBef>
              <a:spcAft>
                <a:spcPts val="0"/>
              </a:spcAft>
              <a:buSzPts val="2000"/>
              <a:buChar char="•"/>
              <a:defRPr/>
            </a:lvl3pPr>
            <a:lvl4pPr marL="1828800" lvl="3" indent="-349250">
              <a:spcBef>
                <a:spcPts val="500"/>
              </a:spcBef>
              <a:spcAft>
                <a:spcPts val="0"/>
              </a:spcAft>
              <a:buSzPts val="1900"/>
              <a:buChar char="•"/>
              <a:defRPr/>
            </a:lvl4pPr>
            <a:lvl5pPr marL="2286000" lvl="4" indent="-349250">
              <a:spcBef>
                <a:spcPts val="500"/>
              </a:spcBef>
              <a:spcAft>
                <a:spcPts val="0"/>
              </a:spcAft>
              <a:buSzPts val="1900"/>
              <a:buChar char="•"/>
              <a:defRPr/>
            </a:lvl5pPr>
            <a:lvl6pPr marL="2743200" lvl="5" indent="-349250">
              <a:spcBef>
                <a:spcPts val="500"/>
              </a:spcBef>
              <a:spcAft>
                <a:spcPts val="0"/>
              </a:spcAft>
              <a:buSzPts val="1900"/>
              <a:buChar char="•"/>
              <a:defRPr/>
            </a:lvl6pPr>
            <a:lvl7pPr marL="3200400" lvl="6" indent="-349250">
              <a:spcBef>
                <a:spcPts val="500"/>
              </a:spcBef>
              <a:spcAft>
                <a:spcPts val="0"/>
              </a:spcAft>
              <a:buSzPts val="1900"/>
              <a:buChar char="•"/>
              <a:defRPr/>
            </a:lvl7pPr>
            <a:lvl8pPr marL="3657600" lvl="7" indent="-349250">
              <a:spcBef>
                <a:spcPts val="500"/>
              </a:spcBef>
              <a:spcAft>
                <a:spcPts val="0"/>
              </a:spcAft>
              <a:buSzPts val="1900"/>
              <a:buChar char="•"/>
              <a:defRPr/>
            </a:lvl8pPr>
            <a:lvl9pPr marL="4114800" lvl="8" indent="-349250">
              <a:spcBef>
                <a:spcPts val="500"/>
              </a:spcBef>
              <a:spcAft>
                <a:spcPts val="0"/>
              </a:spcAft>
              <a:buSzPts val="1900"/>
              <a:buChar char="•"/>
              <a:defRPr/>
            </a:lvl9pPr>
          </a:lstStyle>
          <a:p>
            <a:endParaRPr/>
          </a:p>
        </p:txBody>
      </p:sp>
      <p:sp>
        <p:nvSpPr>
          <p:cNvPr id="88" name="Google Shape;88;g3a4904d7b3a_0_8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1">
  <p:cSld name="Title Slide">
    <p:spTree>
      <p:nvGrpSpPr>
        <p:cNvPr id="1" name="Shape 89"/>
        <p:cNvGrpSpPr/>
        <p:nvPr/>
      </p:nvGrpSpPr>
      <p:grpSpPr>
        <a:xfrm>
          <a:off x="0" y="0"/>
          <a:ext cx="0" cy="0"/>
          <a:chOff x="0" y="0"/>
          <a:chExt cx="0" cy="0"/>
        </a:xfrm>
      </p:grpSpPr>
      <p:sp>
        <p:nvSpPr>
          <p:cNvPr id="90" name="Google Shape;90;g3a4904d7b3a_0_90"/>
          <p:cNvSpPr txBox="1">
            <a:spLocks noGrp="1"/>
          </p:cNvSpPr>
          <p:nvPr>
            <p:ph type="sldNum" idx="12"/>
          </p:nvPr>
        </p:nvSpPr>
        <p:spPr>
          <a:xfrm>
            <a:off x="10620260" y="6356350"/>
            <a:ext cx="7335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900"/>
            </a:lvl1pPr>
            <a:lvl2pPr marL="0" lvl="1" indent="0" algn="r">
              <a:spcBef>
                <a:spcPts val="0"/>
              </a:spcBef>
              <a:buNone/>
              <a:defRPr sz="1900"/>
            </a:lvl2pPr>
            <a:lvl3pPr marL="0" lvl="2" indent="0" algn="r">
              <a:spcBef>
                <a:spcPts val="0"/>
              </a:spcBef>
              <a:buNone/>
              <a:defRPr sz="1900"/>
            </a:lvl3pPr>
            <a:lvl4pPr marL="0" lvl="3" indent="0" algn="r">
              <a:spcBef>
                <a:spcPts val="0"/>
              </a:spcBef>
              <a:buNone/>
              <a:defRPr sz="1900"/>
            </a:lvl4pPr>
            <a:lvl5pPr marL="0" lvl="4" indent="0" algn="r">
              <a:spcBef>
                <a:spcPts val="0"/>
              </a:spcBef>
              <a:buNone/>
              <a:defRPr sz="1900"/>
            </a:lvl5pPr>
            <a:lvl6pPr marL="0" lvl="5" indent="0" algn="r">
              <a:spcBef>
                <a:spcPts val="0"/>
              </a:spcBef>
              <a:buNone/>
              <a:defRPr sz="1900"/>
            </a:lvl6pPr>
            <a:lvl7pPr marL="0" lvl="6" indent="0" algn="r">
              <a:spcBef>
                <a:spcPts val="0"/>
              </a:spcBef>
              <a:buNone/>
              <a:defRPr sz="1900"/>
            </a:lvl7pPr>
            <a:lvl8pPr marL="0" lvl="7" indent="0" algn="r">
              <a:spcBef>
                <a:spcPts val="0"/>
              </a:spcBef>
              <a:buNone/>
              <a:defRPr sz="1900"/>
            </a:lvl8pPr>
            <a:lvl9pPr marL="0" lvl="8" indent="0" algn="r">
              <a:spcBef>
                <a:spcPts val="0"/>
              </a:spcBef>
              <a:buNone/>
              <a:defRPr sz="1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g3a4904d7b3a_0_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9pPr>
          </a:lstStyle>
          <a:p>
            <a:endParaRPr/>
          </a:p>
        </p:txBody>
      </p:sp>
      <p:sp>
        <p:nvSpPr>
          <p:cNvPr id="7" name="Google Shape;7;g3a4904d7b3a_0_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1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pic>
        <p:nvPicPr>
          <p:cNvPr id="8" name="Google Shape;8;g3a4904d7b3a_0_6"/>
          <p:cNvPicPr preferRelativeResize="0"/>
          <p:nvPr/>
        </p:nvPicPr>
        <p:blipFill rotWithShape="1">
          <a:blip r:embed="rId15">
            <a:alphaModFix/>
          </a:blip>
          <a:srcRect t="1" r="33061" b="6262"/>
          <a:stretch/>
        </p:blipFill>
        <p:spPr>
          <a:xfrm>
            <a:off x="7973013" y="6311614"/>
            <a:ext cx="3923284" cy="535657"/>
          </a:xfrm>
          <a:prstGeom prst="rect">
            <a:avLst/>
          </a:prstGeom>
          <a:noFill/>
          <a:ln>
            <a:noFill/>
          </a:ln>
        </p:spPr>
      </p:pic>
      <p:sp>
        <p:nvSpPr>
          <p:cNvPr id="9" name="Google Shape;9;g3a4904d7b3a_0_6"/>
          <p:cNvSpPr txBox="1"/>
          <p:nvPr/>
        </p:nvSpPr>
        <p:spPr>
          <a:xfrm>
            <a:off x="400204" y="106825"/>
            <a:ext cx="6944400" cy="3231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1500" b="1">
                <a:solidFill>
                  <a:srgbClr val="3F3F3F"/>
                </a:solidFill>
                <a:latin typeface="Calibri"/>
                <a:ea typeface="Calibri"/>
                <a:cs typeface="Calibri"/>
                <a:sym typeface="Calibri"/>
              </a:rPr>
              <a:t>Pak Angels - Empowering Startups &amp; People for A Prosperous Pakistan</a:t>
            </a:r>
            <a:endParaRPr sz="1500">
              <a:solidFill>
                <a:srgbClr val="7F7F7F"/>
              </a:solidFill>
            </a:endParaRPr>
          </a:p>
        </p:txBody>
      </p:sp>
      <p:cxnSp>
        <p:nvCxnSpPr>
          <p:cNvPr id="10" name="Google Shape;10;g3a4904d7b3a_0_6"/>
          <p:cNvCxnSpPr/>
          <p:nvPr/>
        </p:nvCxnSpPr>
        <p:spPr>
          <a:xfrm>
            <a:off x="409726" y="484533"/>
            <a:ext cx="0" cy="3282000"/>
          </a:xfrm>
          <a:prstGeom prst="straightConnector1">
            <a:avLst/>
          </a:prstGeom>
          <a:noFill/>
          <a:ln w="28575" cap="flat" cmpd="sng">
            <a:solidFill>
              <a:schemeClr val="accent6"/>
            </a:solidFill>
            <a:prstDash val="solid"/>
            <a:miter lim="800000"/>
            <a:headEnd type="none" w="sm" len="sm"/>
            <a:tailEnd type="none" w="sm" len="sm"/>
          </a:ln>
        </p:spPr>
      </p:cxnSp>
      <p:cxnSp>
        <p:nvCxnSpPr>
          <p:cNvPr id="11" name="Google Shape;11;g3a4904d7b3a_0_6"/>
          <p:cNvCxnSpPr/>
          <p:nvPr/>
        </p:nvCxnSpPr>
        <p:spPr>
          <a:xfrm>
            <a:off x="420632" y="500479"/>
            <a:ext cx="5712300" cy="0"/>
          </a:xfrm>
          <a:prstGeom prst="straightConnector1">
            <a:avLst/>
          </a:prstGeom>
          <a:noFill/>
          <a:ln w="28575" cap="flat" cmpd="sng">
            <a:solidFill>
              <a:srgbClr val="3A7D22"/>
            </a:solidFill>
            <a:prstDash val="solid"/>
            <a:miter lim="800000"/>
            <a:headEnd type="none" w="sm" len="sm"/>
            <a:tailEnd type="none" w="sm" len="sm"/>
          </a:ln>
        </p:spPr>
      </p:cxnSp>
      <p:cxnSp>
        <p:nvCxnSpPr>
          <p:cNvPr id="12" name="Google Shape;12;g3a4904d7b3a_0_6"/>
          <p:cNvCxnSpPr/>
          <p:nvPr/>
        </p:nvCxnSpPr>
        <p:spPr>
          <a:xfrm>
            <a:off x="11945008" y="3040416"/>
            <a:ext cx="0" cy="3282000"/>
          </a:xfrm>
          <a:prstGeom prst="straightConnector1">
            <a:avLst/>
          </a:prstGeom>
          <a:noFill/>
          <a:ln w="28575" cap="flat" cmpd="sng">
            <a:solidFill>
              <a:schemeClr val="accent6"/>
            </a:solidFill>
            <a:prstDash val="solid"/>
            <a:miter lim="800000"/>
            <a:headEnd type="none" w="sm" len="sm"/>
            <a:tailEnd type="none" w="sm" len="sm"/>
          </a:ln>
        </p:spPr>
      </p:cxnSp>
      <p:cxnSp>
        <p:nvCxnSpPr>
          <p:cNvPr id="13" name="Google Shape;13;g3a4904d7b3a_0_6"/>
          <p:cNvCxnSpPr/>
          <p:nvPr/>
        </p:nvCxnSpPr>
        <p:spPr>
          <a:xfrm>
            <a:off x="406449" y="6647175"/>
            <a:ext cx="2653500" cy="0"/>
          </a:xfrm>
          <a:prstGeom prst="straightConnector1">
            <a:avLst/>
          </a:prstGeom>
          <a:noFill/>
          <a:ln w="28575" cap="flat" cmpd="sng">
            <a:solidFill>
              <a:srgbClr val="3A7D22"/>
            </a:solidFill>
            <a:prstDash val="solid"/>
            <a:miter lim="800000"/>
            <a:headEnd type="none" w="sm" len="sm"/>
            <a:tailEnd type="none" w="sm" len="sm"/>
          </a:ln>
        </p:spPr>
      </p:cxnSp>
      <p:pic>
        <p:nvPicPr>
          <p:cNvPr id="14" name="Google Shape;14;g3a4904d7b3a_0_6"/>
          <p:cNvPicPr preferRelativeResize="0"/>
          <p:nvPr/>
        </p:nvPicPr>
        <p:blipFill>
          <a:blip r:embed="rId16">
            <a:alphaModFix/>
          </a:blip>
          <a:stretch>
            <a:fillRect/>
          </a:stretch>
        </p:blipFill>
        <p:spPr>
          <a:xfrm>
            <a:off x="7609075" y="106826"/>
            <a:ext cx="4417099" cy="763375"/>
          </a:xfrm>
          <a:prstGeom prst="rect">
            <a:avLst/>
          </a:prstGeom>
          <a:noFill/>
          <a:ln>
            <a:noFill/>
          </a:ln>
        </p:spPr>
      </p:pic>
      <p:sp>
        <p:nvSpPr>
          <p:cNvPr id="15" name="Google Shape;15;g3a4904d7b3a_0_6"/>
          <p:cNvSpPr txBox="1"/>
          <p:nvPr/>
        </p:nvSpPr>
        <p:spPr>
          <a:xfrm>
            <a:off x="3207100" y="6447075"/>
            <a:ext cx="4809300" cy="815100"/>
          </a:xfrm>
          <a:prstGeom prst="rect">
            <a:avLst/>
          </a:prstGeom>
          <a:noFill/>
          <a:ln>
            <a:noFill/>
          </a:ln>
        </p:spPr>
        <p:txBody>
          <a:bodyPr spcFirstLastPara="1" wrap="square" lIns="91425" tIns="91425" rIns="91425" bIns="91425" anchor="t" anchorCtr="0">
            <a:spAutoFit/>
          </a:bodyPr>
          <a:lstStyle/>
          <a:p>
            <a:pPr marL="0" lvl="0" indent="0" algn="l" rtl="0">
              <a:lnSpc>
                <a:spcPct val="173000"/>
              </a:lnSpc>
              <a:spcBef>
                <a:spcPts val="0"/>
              </a:spcBef>
              <a:spcAft>
                <a:spcPts val="0"/>
              </a:spcAft>
              <a:buNone/>
            </a:pPr>
            <a:r>
              <a:rPr lang="en-US" sz="1500" b="1">
                <a:solidFill>
                  <a:srgbClr val="548235"/>
                </a:solidFill>
              </a:rPr>
              <a:t>HEC Generative AI Training – Cohort 1,  Delivered by: </a:t>
            </a:r>
            <a:endParaRPr sz="1500" b="1">
              <a:solidFill>
                <a:srgbClr val="548235"/>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3a4904d7b3a_2_0"/>
          <p:cNvSpPr txBox="1"/>
          <p:nvPr/>
        </p:nvSpPr>
        <p:spPr>
          <a:xfrm>
            <a:off x="3401500" y="3510250"/>
            <a:ext cx="5232900" cy="536400"/>
          </a:xfrm>
          <a:prstGeom prst="rect">
            <a:avLst/>
          </a:prstGeom>
          <a:noFill/>
          <a:ln>
            <a:noFill/>
          </a:ln>
        </p:spPr>
        <p:txBody>
          <a:bodyPr spcFirstLastPara="1" wrap="square" lIns="91425" tIns="91425" rIns="91425" bIns="91425" anchor="t" anchorCtr="0">
            <a:noAutofit/>
          </a:bodyPr>
          <a:lstStyle/>
          <a:p>
            <a:pPr marL="0" marR="0" lvl="0" indent="0" algn="ctr" rtl="0">
              <a:lnSpc>
                <a:spcPct val="90000"/>
              </a:lnSpc>
              <a:spcBef>
                <a:spcPts val="0"/>
              </a:spcBef>
              <a:spcAft>
                <a:spcPts val="0"/>
              </a:spcAft>
              <a:buClr>
                <a:schemeClr val="dk1"/>
              </a:buClr>
              <a:buSzPts val="4400"/>
              <a:buFont typeface="Play"/>
              <a:buNone/>
            </a:pPr>
            <a:r>
              <a:rPr lang="en-US" sz="3200" b="0" i="1" u="none" strike="noStrike" cap="none">
                <a:solidFill>
                  <a:schemeClr val="lt1"/>
                </a:solidFill>
                <a:latin typeface="Calibri"/>
                <a:ea typeface="Calibri"/>
                <a:cs typeface="Calibri"/>
                <a:sym typeface="Calibri"/>
              </a:rPr>
              <a:t>Training Program - </a:t>
            </a:r>
            <a:r>
              <a:rPr lang="en-US" sz="3200" b="1" i="1" u="none" strike="noStrike" cap="none">
                <a:solidFill>
                  <a:schemeClr val="lt1"/>
                </a:solidFill>
                <a:latin typeface="Calibri"/>
                <a:ea typeface="Calibri"/>
                <a:cs typeface="Calibri"/>
                <a:sym typeface="Calibri"/>
              </a:rPr>
              <a:t>Cohort 3</a:t>
            </a:r>
            <a:endParaRPr sz="2800" b="0" i="0" u="none" strike="noStrike" cap="none">
              <a:solidFill>
                <a:schemeClr val="lt1"/>
              </a:solidFill>
              <a:latin typeface="Arial"/>
              <a:ea typeface="Arial"/>
              <a:cs typeface="Arial"/>
              <a:sym typeface="Arial"/>
            </a:endParaRPr>
          </a:p>
        </p:txBody>
      </p:sp>
      <p:sp>
        <p:nvSpPr>
          <p:cNvPr id="96" name="Google Shape;96;g3a4904d7b3a_2_0"/>
          <p:cNvSpPr txBox="1"/>
          <p:nvPr/>
        </p:nvSpPr>
        <p:spPr>
          <a:xfrm>
            <a:off x="393245" y="724753"/>
            <a:ext cx="11337300" cy="819600"/>
          </a:xfrm>
          <a:prstGeom prst="rect">
            <a:avLst/>
          </a:prstGeom>
          <a:noFill/>
          <a:ln>
            <a:noFill/>
          </a:ln>
        </p:spPr>
        <p:txBody>
          <a:bodyPr spcFirstLastPara="1" wrap="square" lIns="91250" tIns="45600" rIns="91250" bIns="45600" anchor="b" anchorCtr="0">
            <a:noAutofit/>
          </a:bodyPr>
          <a:lstStyle/>
          <a:p>
            <a:pPr marL="0" lvl="0" indent="0" algn="ctr" rtl="0">
              <a:lnSpc>
                <a:spcPct val="90000"/>
              </a:lnSpc>
              <a:spcBef>
                <a:spcPts val="0"/>
              </a:spcBef>
              <a:spcAft>
                <a:spcPts val="0"/>
              </a:spcAft>
              <a:buNone/>
            </a:pPr>
            <a:r>
              <a:rPr lang="en-US" sz="3725" b="1">
                <a:solidFill>
                  <a:srgbClr val="FF0000"/>
                </a:solidFill>
                <a:latin typeface="Montserrat"/>
                <a:ea typeface="Montserrat"/>
                <a:cs typeface="Montserrat"/>
                <a:sym typeface="Montserrat"/>
              </a:rPr>
              <a:t>HEC Generative AI Training </a:t>
            </a:r>
            <a:endParaRPr sz="3725" b="1">
              <a:solidFill>
                <a:srgbClr val="FF0000"/>
              </a:solidFill>
              <a:latin typeface="Montserrat"/>
              <a:ea typeface="Montserrat"/>
              <a:cs typeface="Montserrat"/>
              <a:sym typeface="Montserrat"/>
            </a:endParaRPr>
          </a:p>
        </p:txBody>
      </p:sp>
      <p:sp>
        <p:nvSpPr>
          <p:cNvPr id="97" name="Google Shape;97;g3a4904d7b3a_2_0"/>
          <p:cNvSpPr txBox="1"/>
          <p:nvPr/>
        </p:nvSpPr>
        <p:spPr>
          <a:xfrm>
            <a:off x="483857" y="5124342"/>
            <a:ext cx="11156100" cy="965700"/>
          </a:xfrm>
          <a:prstGeom prst="rect">
            <a:avLst/>
          </a:prstGeom>
          <a:noFill/>
          <a:ln>
            <a:noFill/>
          </a:ln>
        </p:spPr>
        <p:txBody>
          <a:bodyPr spcFirstLastPara="1" wrap="square" lIns="91250" tIns="45600" rIns="91250" bIns="45600" anchor="b" anchorCtr="0">
            <a:noAutofit/>
          </a:bodyPr>
          <a:lstStyle/>
          <a:p>
            <a:pPr marL="0" lvl="0" indent="0" algn="ctr" rtl="0">
              <a:lnSpc>
                <a:spcPct val="90000"/>
              </a:lnSpc>
              <a:spcBef>
                <a:spcPts val="0"/>
              </a:spcBef>
              <a:spcAft>
                <a:spcPts val="0"/>
              </a:spcAft>
              <a:buNone/>
            </a:pPr>
            <a:r>
              <a:rPr lang="en-US" sz="2395" b="1">
                <a:solidFill>
                  <a:srgbClr val="FF0000"/>
                </a:solidFill>
                <a:latin typeface="Play"/>
                <a:ea typeface="Play"/>
                <a:cs typeface="Play"/>
                <a:sym typeface="Play"/>
              </a:rPr>
              <a:t>Module 5: What is Agentic AI, AI Agent? </a:t>
            </a:r>
            <a:endParaRPr sz="2395" b="1">
              <a:solidFill>
                <a:srgbClr val="FF0000"/>
              </a:solidFill>
              <a:latin typeface="Play"/>
              <a:ea typeface="Play"/>
              <a:cs typeface="Play"/>
              <a:sym typeface="Play"/>
            </a:endParaRPr>
          </a:p>
          <a:p>
            <a:pPr marL="0" lvl="0" indent="0" algn="ctr" rtl="0">
              <a:lnSpc>
                <a:spcPct val="90000"/>
              </a:lnSpc>
              <a:spcBef>
                <a:spcPts val="0"/>
              </a:spcBef>
              <a:spcAft>
                <a:spcPts val="0"/>
              </a:spcAft>
              <a:buNone/>
            </a:pPr>
            <a:r>
              <a:rPr lang="en-US" sz="2395" b="1">
                <a:solidFill>
                  <a:srgbClr val="FF0000"/>
                </a:solidFill>
                <a:latin typeface="Play"/>
                <a:ea typeface="Play"/>
                <a:cs typeface="Play"/>
                <a:sym typeface="Play"/>
              </a:rPr>
              <a:t>Nov 17-2025</a:t>
            </a:r>
            <a:endParaRPr sz="2395" b="1">
              <a:solidFill>
                <a:srgbClr val="FF0000"/>
              </a:solidFill>
              <a:latin typeface="Play"/>
              <a:ea typeface="Play"/>
              <a:cs typeface="Play"/>
              <a:sym typeface="Play"/>
            </a:endParaRPr>
          </a:p>
        </p:txBody>
      </p:sp>
      <p:sp>
        <p:nvSpPr>
          <p:cNvPr id="98" name="Google Shape;98;g3a4904d7b3a_2_0"/>
          <p:cNvSpPr txBox="1"/>
          <p:nvPr/>
        </p:nvSpPr>
        <p:spPr>
          <a:xfrm>
            <a:off x="2036621" y="4472252"/>
            <a:ext cx="7847700" cy="725400"/>
          </a:xfrm>
          <a:prstGeom prst="rect">
            <a:avLst/>
          </a:prstGeom>
          <a:noFill/>
          <a:ln>
            <a:noFill/>
          </a:ln>
        </p:spPr>
        <p:txBody>
          <a:bodyPr spcFirstLastPara="1" wrap="square" lIns="91250" tIns="45600" rIns="91250" bIns="45600" anchor="b" anchorCtr="0">
            <a:noAutofit/>
          </a:bodyPr>
          <a:lstStyle/>
          <a:p>
            <a:pPr marL="0" lvl="0" indent="0" algn="ctr" rtl="0">
              <a:lnSpc>
                <a:spcPct val="90000"/>
              </a:lnSpc>
              <a:spcBef>
                <a:spcPts val="0"/>
              </a:spcBef>
              <a:spcAft>
                <a:spcPts val="0"/>
              </a:spcAft>
              <a:buNone/>
            </a:pPr>
            <a:r>
              <a:rPr lang="en-US" sz="2927" b="1">
                <a:solidFill>
                  <a:srgbClr val="000000"/>
                </a:solidFill>
                <a:latin typeface="Play"/>
                <a:ea typeface="Play"/>
                <a:cs typeface="Play"/>
                <a:sym typeface="Play"/>
              </a:rPr>
              <a:t>Cohort 1</a:t>
            </a:r>
            <a:endParaRPr sz="2927" b="1">
              <a:solidFill>
                <a:srgbClr val="000000"/>
              </a:solidFill>
              <a:latin typeface="Play"/>
              <a:ea typeface="Play"/>
              <a:cs typeface="Play"/>
              <a:sym typeface="Play"/>
            </a:endParaRPr>
          </a:p>
        </p:txBody>
      </p:sp>
      <p:pic>
        <p:nvPicPr>
          <p:cNvPr id="99" name="Google Shape;99;g3a4904d7b3a_2_0"/>
          <p:cNvPicPr preferRelativeResize="0"/>
          <p:nvPr/>
        </p:nvPicPr>
        <p:blipFill>
          <a:blip r:embed="rId3">
            <a:alphaModFix/>
          </a:blip>
          <a:stretch>
            <a:fillRect/>
          </a:stretch>
        </p:blipFill>
        <p:spPr>
          <a:xfrm>
            <a:off x="1975470" y="1544243"/>
            <a:ext cx="8054092" cy="285961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g3a4904d7b3a_2_1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000" b="1" i="1" u="sng"/>
              <a:t>Using Code</a:t>
            </a:r>
            <a:endParaRPr b="1" i="1" u="sng"/>
          </a:p>
          <a:p>
            <a:pPr marL="628650" lvl="0" indent="-514350" algn="l" rtl="0">
              <a:lnSpc>
                <a:spcPct val="90000"/>
              </a:lnSpc>
              <a:spcBef>
                <a:spcPts val="1000"/>
              </a:spcBef>
              <a:spcAft>
                <a:spcPts val="0"/>
              </a:spcAft>
              <a:buSzPts val="1800"/>
              <a:buAutoNum type="arabicPeriod"/>
            </a:pPr>
            <a:r>
              <a:rPr lang="en-US" sz="2000"/>
              <a:t>LangGraph</a:t>
            </a:r>
            <a:endParaRPr sz="2000"/>
          </a:p>
          <a:p>
            <a:pPr marL="628650" lvl="0" indent="-514350" algn="l" rtl="0">
              <a:lnSpc>
                <a:spcPct val="90000"/>
              </a:lnSpc>
              <a:spcBef>
                <a:spcPts val="1000"/>
              </a:spcBef>
              <a:spcAft>
                <a:spcPts val="0"/>
              </a:spcAft>
              <a:buSzPts val="1800"/>
              <a:buAutoNum type="arabicPeriod"/>
            </a:pPr>
            <a:r>
              <a:rPr lang="en-US" sz="2000"/>
              <a:t>OpenAI SDK</a:t>
            </a:r>
            <a:endParaRPr/>
          </a:p>
          <a:p>
            <a:pPr marL="628650" lvl="0" indent="-514350" algn="l" rtl="0">
              <a:lnSpc>
                <a:spcPct val="90000"/>
              </a:lnSpc>
              <a:spcBef>
                <a:spcPts val="1000"/>
              </a:spcBef>
              <a:spcAft>
                <a:spcPts val="0"/>
              </a:spcAft>
              <a:buSzPts val="1800"/>
              <a:buAutoNum type="arabicPeriod"/>
            </a:pPr>
            <a:r>
              <a:rPr lang="en-US" sz="2000"/>
              <a:t>Crew AI</a:t>
            </a:r>
            <a:endParaRPr/>
          </a:p>
          <a:p>
            <a:pPr marL="114300" lvl="0" indent="0" algn="l" rtl="0">
              <a:lnSpc>
                <a:spcPct val="90000"/>
              </a:lnSpc>
              <a:spcBef>
                <a:spcPts val="1000"/>
              </a:spcBef>
              <a:spcAft>
                <a:spcPts val="0"/>
              </a:spcAft>
              <a:buSzPts val="1800"/>
              <a:buNone/>
            </a:pPr>
            <a:r>
              <a:rPr lang="en-US" sz="2000" b="1" i="1" u="sng"/>
              <a:t>NO-CODE</a:t>
            </a:r>
            <a:endParaRPr sz="2000" b="1" i="1" u="sng"/>
          </a:p>
          <a:p>
            <a:pPr marL="571500" lvl="0" indent="-457200" algn="l" rtl="0">
              <a:lnSpc>
                <a:spcPct val="90000"/>
              </a:lnSpc>
              <a:spcBef>
                <a:spcPts val="1000"/>
              </a:spcBef>
              <a:spcAft>
                <a:spcPts val="0"/>
              </a:spcAft>
              <a:buSzPts val="1800"/>
              <a:buAutoNum type="arabicPeriod"/>
            </a:pPr>
            <a:r>
              <a:rPr lang="en-US" sz="2000"/>
              <a:t>N8N</a:t>
            </a:r>
            <a:endParaRPr/>
          </a:p>
          <a:p>
            <a:pPr marL="571500" lvl="0" indent="-457200" algn="l" rtl="0">
              <a:lnSpc>
                <a:spcPct val="90000"/>
              </a:lnSpc>
              <a:spcBef>
                <a:spcPts val="1000"/>
              </a:spcBef>
              <a:spcAft>
                <a:spcPts val="0"/>
              </a:spcAft>
              <a:buSzPts val="1800"/>
              <a:buAutoNum type="arabicPeriod"/>
            </a:pPr>
            <a:r>
              <a:rPr lang="en-US" sz="2000"/>
              <a:t>Zapier</a:t>
            </a:r>
            <a:endParaRPr sz="2000"/>
          </a:p>
          <a:p>
            <a:pPr marL="571500" lvl="0" indent="-457200" algn="l" rtl="0">
              <a:lnSpc>
                <a:spcPct val="90000"/>
              </a:lnSpc>
              <a:spcBef>
                <a:spcPts val="1000"/>
              </a:spcBef>
              <a:spcAft>
                <a:spcPts val="0"/>
              </a:spcAft>
              <a:buSzPts val="1800"/>
              <a:buAutoNum type="arabicPeriod"/>
            </a:pPr>
            <a:r>
              <a:rPr lang="en-US" sz="2000"/>
              <a:t>OpenAI Agent Ki</a:t>
            </a:r>
            <a:r>
              <a:rPr lang="en-US" sz="1600"/>
              <a:t>t</a:t>
            </a:r>
            <a:endParaRPr/>
          </a:p>
        </p:txBody>
      </p:sp>
      <p:sp>
        <p:nvSpPr>
          <p:cNvPr id="105" name="Google Shape;105;g3a4904d7b3a_2_1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t>Modern Frameworks</a:t>
            </a:r>
            <a:endParaRPr b="1"/>
          </a:p>
        </p:txBody>
      </p:sp>
      <p:pic>
        <p:nvPicPr>
          <p:cNvPr id="106" name="Google Shape;106;g3a4904d7b3a_2_12"/>
          <p:cNvPicPr preferRelativeResize="0"/>
          <p:nvPr/>
        </p:nvPicPr>
        <p:blipFill rotWithShape="1">
          <a:blip r:embed="rId3">
            <a:alphaModFix/>
          </a:blip>
          <a:srcRect/>
          <a:stretch/>
        </p:blipFill>
        <p:spPr>
          <a:xfrm>
            <a:off x="4222427" y="3536303"/>
            <a:ext cx="4039448" cy="2091490"/>
          </a:xfrm>
          <a:prstGeom prst="rect">
            <a:avLst/>
          </a:prstGeom>
          <a:noFill/>
          <a:ln>
            <a:noFill/>
          </a:ln>
        </p:spPr>
      </p:pic>
      <p:pic>
        <p:nvPicPr>
          <p:cNvPr id="107" name="Google Shape;107;g3a4904d7b3a_2_12"/>
          <p:cNvPicPr preferRelativeResize="0"/>
          <p:nvPr/>
        </p:nvPicPr>
        <p:blipFill rotWithShape="1">
          <a:blip r:embed="rId4">
            <a:alphaModFix/>
          </a:blip>
          <a:srcRect/>
          <a:stretch/>
        </p:blipFill>
        <p:spPr>
          <a:xfrm>
            <a:off x="8422926" y="1580892"/>
            <a:ext cx="2930874" cy="40469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g3a4904d7b3a_2_19"/>
          <p:cNvPicPr preferRelativeResize="0"/>
          <p:nvPr/>
        </p:nvPicPr>
        <p:blipFill rotWithShape="1">
          <a:blip r:embed="rId3">
            <a:alphaModFix/>
          </a:blip>
          <a:srcRect/>
          <a:stretch/>
        </p:blipFill>
        <p:spPr>
          <a:xfrm>
            <a:off x="1498850" y="836950"/>
            <a:ext cx="9476001" cy="5184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a4904d7b3a_2_25"/>
          <p:cNvSpPr txBox="1">
            <a:spLocks noGrp="1"/>
          </p:cNvSpPr>
          <p:nvPr>
            <p:ph type="title"/>
          </p:nvPr>
        </p:nvSpPr>
        <p:spPr>
          <a:xfrm>
            <a:off x="838200" y="881300"/>
            <a:ext cx="10515600" cy="809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  </a:t>
            </a:r>
            <a:r>
              <a:rPr lang="en-US" sz="4900">
                <a:solidFill>
                  <a:srgbClr val="274E13"/>
                </a:solidFill>
              </a:rPr>
              <a:t>Several Multiple Agents Networks </a:t>
            </a:r>
            <a:endParaRPr sz="4900">
              <a:solidFill>
                <a:srgbClr val="274E13"/>
              </a:solidFill>
            </a:endParaRPr>
          </a:p>
        </p:txBody>
      </p:sp>
      <p:pic>
        <p:nvPicPr>
          <p:cNvPr id="118" name="Google Shape;118;g3a4904d7b3a_2_25" title="Screenshot_20250823-213251.jpg"/>
          <p:cNvPicPr preferRelativeResize="0"/>
          <p:nvPr/>
        </p:nvPicPr>
        <p:blipFill rotWithShape="1">
          <a:blip r:embed="rId3">
            <a:alphaModFix/>
          </a:blip>
          <a:srcRect/>
          <a:stretch/>
        </p:blipFill>
        <p:spPr>
          <a:xfrm>
            <a:off x="910825" y="1690825"/>
            <a:ext cx="10340575" cy="4548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3a4904d7b3a_2_31"/>
          <p:cNvSpPr txBox="1">
            <a:spLocks noGrp="1"/>
          </p:cNvSpPr>
          <p:nvPr>
            <p:ph type="body" idx="1"/>
          </p:nvPr>
        </p:nvSpPr>
        <p:spPr>
          <a:xfrm>
            <a:off x="838200" y="1375175"/>
            <a:ext cx="10515600" cy="4801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700"/>
              <a:t>I</a:t>
            </a:r>
            <a:r>
              <a:rPr lang="en-US" sz="1800"/>
              <a:t>n a general context, the agenda of a multiple agents system is to leverage a network of specialized AI agents to collaboratively solve complex tasks or provide tailored services. Key objectives include:</a:t>
            </a:r>
            <a:endParaRPr sz="1800"/>
          </a:p>
          <a:p>
            <a:pPr marL="457200" lvl="0" indent="-342900" algn="l" rtl="0">
              <a:lnSpc>
                <a:spcPct val="115000"/>
              </a:lnSpc>
              <a:spcBef>
                <a:spcPts val="1200"/>
              </a:spcBef>
              <a:spcAft>
                <a:spcPts val="0"/>
              </a:spcAft>
              <a:buSzPts val="1800"/>
              <a:buChar char="●"/>
            </a:pPr>
            <a:r>
              <a:rPr lang="en-US" sz="1800" b="1"/>
              <a:t>Task Specialization</a:t>
            </a:r>
            <a:r>
              <a:rPr lang="en-US" sz="1800"/>
              <a:t>: Each agent focuses on a specific role (e.g., decision-making, data processing, or execution) to handle diverse aspects of a problem efficiently.</a:t>
            </a:r>
            <a:endParaRPr sz="1800"/>
          </a:p>
          <a:p>
            <a:pPr marL="457200" lvl="0" indent="-342900" algn="l" rtl="0">
              <a:lnSpc>
                <a:spcPct val="115000"/>
              </a:lnSpc>
              <a:spcBef>
                <a:spcPts val="0"/>
              </a:spcBef>
              <a:spcAft>
                <a:spcPts val="0"/>
              </a:spcAft>
              <a:buSzPts val="1800"/>
              <a:buChar char="●"/>
            </a:pPr>
            <a:r>
              <a:rPr lang="en-US" sz="1800" b="1"/>
              <a:t>Collaboration and Coordination</a:t>
            </a:r>
            <a:r>
              <a:rPr lang="en-US" sz="1800"/>
              <a:t>: Agents work together, often with a central coordinator (e.g., triage or manager agent), to share information and optimize outcomes.</a:t>
            </a:r>
            <a:endParaRPr sz="1800"/>
          </a:p>
          <a:p>
            <a:pPr marL="457200" lvl="0" indent="-342900" algn="l" rtl="0">
              <a:lnSpc>
                <a:spcPct val="115000"/>
              </a:lnSpc>
              <a:spcBef>
                <a:spcPts val="0"/>
              </a:spcBef>
              <a:spcAft>
                <a:spcPts val="0"/>
              </a:spcAft>
              <a:buSzPts val="1800"/>
              <a:buChar char="●"/>
            </a:pPr>
            <a:r>
              <a:rPr lang="en-US" sz="1800" b="1"/>
              <a:t>Adaptability</a:t>
            </a:r>
            <a:r>
              <a:rPr lang="en-US" sz="1800"/>
              <a:t>: The system adapts to various inputs or scenarios by dynamically assigning tasks to the most suitable agent.</a:t>
            </a:r>
            <a:endParaRPr sz="1800"/>
          </a:p>
          <a:p>
            <a:pPr marL="457200" lvl="0" indent="-342900" algn="l" rtl="0">
              <a:lnSpc>
                <a:spcPct val="115000"/>
              </a:lnSpc>
              <a:spcBef>
                <a:spcPts val="0"/>
              </a:spcBef>
              <a:spcAft>
                <a:spcPts val="0"/>
              </a:spcAft>
              <a:buSzPts val="1800"/>
              <a:buChar char="●"/>
            </a:pPr>
            <a:r>
              <a:rPr lang="en-US" sz="1800" b="1"/>
              <a:t>Efficiency and Scalability</a:t>
            </a:r>
            <a:r>
              <a:rPr lang="en-US" sz="1800"/>
              <a:t>: Distributing tasks across agents reduces workload on a single entity, enabling scalability and faster processing.</a:t>
            </a:r>
            <a:endParaRPr sz="1800"/>
          </a:p>
          <a:p>
            <a:pPr marL="457200" lvl="0" indent="-342900" algn="l" rtl="0">
              <a:lnSpc>
                <a:spcPct val="115000"/>
              </a:lnSpc>
              <a:spcBef>
                <a:spcPts val="0"/>
              </a:spcBef>
              <a:spcAft>
                <a:spcPts val="0"/>
              </a:spcAft>
              <a:buSzPts val="1800"/>
              <a:buChar char="●"/>
            </a:pPr>
            <a:r>
              <a:rPr lang="en-US" sz="1800" b="1"/>
              <a:t>Enhanced Problem-Solving</a:t>
            </a:r>
            <a:r>
              <a:rPr lang="en-US" sz="1800"/>
              <a:t>: Combining agent expertise (e.g., reasoning, tool use, memory) leads to more comprehensive and accurate solutions.</a:t>
            </a:r>
            <a:endParaRPr sz="1800"/>
          </a:p>
          <a:p>
            <a:pPr marL="457200" lvl="0" indent="-342900" algn="l" rtl="0">
              <a:lnSpc>
                <a:spcPct val="115000"/>
              </a:lnSpc>
              <a:spcBef>
                <a:spcPts val="0"/>
              </a:spcBef>
              <a:spcAft>
                <a:spcPts val="0"/>
              </a:spcAft>
              <a:buSzPts val="1800"/>
              <a:buChar char="●"/>
            </a:pPr>
            <a:r>
              <a:rPr lang="en-US" sz="1800" b="1"/>
              <a:t>User-Centric Design</a:t>
            </a:r>
            <a:r>
              <a:rPr lang="en-US" sz="1800"/>
              <a:t>: The system provides a unified interface, delivering seamless, context-aware responses to users.</a:t>
            </a:r>
            <a:endParaRPr sz="1800"/>
          </a:p>
          <a:p>
            <a:pPr marL="0" lvl="0" indent="0" algn="l" rtl="0">
              <a:lnSpc>
                <a:spcPct val="115000"/>
              </a:lnSpc>
              <a:spcBef>
                <a:spcPts val="1200"/>
              </a:spcBef>
              <a:spcAft>
                <a:spcPts val="0"/>
              </a:spcAft>
              <a:buClr>
                <a:schemeClr val="dk1"/>
              </a:buClr>
              <a:buSzPts val="1189"/>
              <a:buNone/>
            </a:pPr>
            <a:endParaRPr sz="3500">
              <a:latin typeface="Carlito"/>
              <a:ea typeface="Carlito"/>
              <a:cs typeface="Carlito"/>
              <a:sym typeface="Carlito"/>
            </a:endParaRPr>
          </a:p>
        </p:txBody>
      </p:sp>
      <p:sp>
        <p:nvSpPr>
          <p:cNvPr id="124" name="Google Shape;124;g3a4904d7b3a_2_31"/>
          <p:cNvSpPr txBox="1">
            <a:spLocks noGrp="1"/>
          </p:cNvSpPr>
          <p:nvPr>
            <p:ph type="title"/>
          </p:nvPr>
        </p:nvSpPr>
        <p:spPr>
          <a:xfrm>
            <a:off x="905575" y="642953"/>
            <a:ext cx="10515600" cy="6285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Clr>
                <a:schemeClr val="accent3"/>
              </a:buClr>
              <a:buSzPts val="4000"/>
              <a:buFont typeface="Carlito"/>
              <a:buNone/>
            </a:pPr>
            <a:r>
              <a:rPr lang="en-US" sz="4000" i="0">
                <a:solidFill>
                  <a:schemeClr val="accent3"/>
                </a:solidFill>
                <a:latin typeface="Carlito"/>
                <a:ea typeface="Carlito"/>
                <a:cs typeface="Carlito"/>
                <a:sym typeface="Carlito"/>
              </a:rPr>
              <a:t>Agenda of General Multiple Agents System 🎯</a:t>
            </a:r>
            <a:endParaRPr sz="4000">
              <a:solidFill>
                <a:schemeClr val="accent3"/>
              </a:solidFill>
              <a:latin typeface="Carlito"/>
              <a:ea typeface="Carlito"/>
              <a:cs typeface="Carlito"/>
              <a:sym typeface="Carl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3a4904d7b3a_2_36"/>
          <p:cNvSpPr txBox="1">
            <a:spLocks noGrp="1"/>
          </p:cNvSpPr>
          <p:nvPr>
            <p:ph type="title"/>
          </p:nvPr>
        </p:nvSpPr>
        <p:spPr>
          <a:xfrm>
            <a:off x="787175" y="761150"/>
            <a:ext cx="10566600" cy="846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15000"/>
              </a:lnSpc>
              <a:spcBef>
                <a:spcPts val="1200"/>
              </a:spcBef>
              <a:spcAft>
                <a:spcPts val="0"/>
              </a:spcAft>
              <a:buClr>
                <a:schemeClr val="dk1"/>
              </a:buClr>
              <a:buSzPct val="33320"/>
              <a:buFont typeface="Arial"/>
              <a:buNone/>
            </a:pPr>
            <a:r>
              <a:rPr lang="en-US" sz="2971" b="1">
                <a:solidFill>
                  <a:srgbClr val="274E13"/>
                </a:solidFill>
              </a:rPr>
              <a:t>Tech companies offer Multiple agents network development</a:t>
            </a:r>
            <a:endParaRPr sz="3959"/>
          </a:p>
        </p:txBody>
      </p:sp>
      <p:sp>
        <p:nvSpPr>
          <p:cNvPr id="130" name="Google Shape;130;g3a4904d7b3a_2_36"/>
          <p:cNvSpPr txBox="1">
            <a:spLocks noGrp="1"/>
          </p:cNvSpPr>
          <p:nvPr>
            <p:ph type="body" idx="1"/>
          </p:nvPr>
        </p:nvSpPr>
        <p:spPr>
          <a:xfrm>
            <a:off x="824150" y="1787075"/>
            <a:ext cx="10422600" cy="39624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SzPts val="1800"/>
              <a:buNone/>
            </a:pPr>
            <a:r>
              <a:rPr lang="en-US"/>
              <a:t> </a:t>
            </a:r>
            <a:r>
              <a:rPr lang="en-US" sz="3200"/>
              <a:t>Besides OpenAI, companies like Google (via Gemini and Vertex AI), Microsoft (Azure AI agents), Anthropic (Claude-based agents), Amazon (AWS Bedrock agents), IBM (Watson Orchestrate), Meta (Llama agents), and Nvidia (AI workflows) offer multi-agent development frameworks as of 2025.</a:t>
            </a:r>
            <a:endParaRPr sz="3200"/>
          </a:p>
          <a:p>
            <a:pPr marL="0" lvl="0" indent="0" algn="l" rtl="0">
              <a:lnSpc>
                <a:spcPct val="90000"/>
              </a:lnSpc>
              <a:spcBef>
                <a:spcPts val="1200"/>
              </a:spcBef>
              <a:spcAft>
                <a:spcPts val="0"/>
              </a:spcAft>
              <a:buSzPts val="18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a4904d7b3a_2_41"/>
          <p:cNvSpPr txBox="1"/>
          <p:nvPr/>
        </p:nvSpPr>
        <p:spPr>
          <a:xfrm>
            <a:off x="1053700" y="883950"/>
            <a:ext cx="10447800" cy="5384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5500"/>
              <a:buFont typeface="Arial"/>
              <a:buNone/>
            </a:pPr>
            <a:r>
              <a:rPr lang="en-US" sz="5500" b="1" i="0" u="none" strike="noStrike" cap="none">
                <a:solidFill>
                  <a:schemeClr val="dk1"/>
                </a:solidFill>
                <a:latin typeface="Arial"/>
                <a:ea typeface="Arial"/>
                <a:cs typeface="Arial"/>
                <a:sym typeface="Arial"/>
              </a:rPr>
              <a:t>       </a:t>
            </a:r>
            <a:r>
              <a:rPr lang="en-US" sz="5500" b="1" i="0" u="none" strike="noStrike" cap="none">
                <a:solidFill>
                  <a:srgbClr val="274E13"/>
                </a:solidFill>
                <a:latin typeface="Arial"/>
                <a:ea typeface="Arial"/>
                <a:cs typeface="Arial"/>
                <a:sym typeface="Arial"/>
              </a:rPr>
              <a:t>LLM = The BRAIN 🧠</a:t>
            </a:r>
            <a:endParaRPr sz="5500" b="1" i="0" u="none" strike="noStrike" cap="none">
              <a:solidFill>
                <a:srgbClr val="274E13"/>
              </a:solidFill>
              <a:latin typeface="Arial"/>
              <a:ea typeface="Arial"/>
              <a:cs typeface="Arial"/>
              <a:sym typeface="Arial"/>
            </a:endParaRPr>
          </a:p>
          <a:p>
            <a:pPr marL="457200" marR="0" lvl="0" indent="-387350" algn="l" rtl="0">
              <a:lnSpc>
                <a:spcPct val="115000"/>
              </a:lnSpc>
              <a:spcBef>
                <a:spcPts val="1200"/>
              </a:spcBef>
              <a:spcAft>
                <a:spcPts val="0"/>
              </a:spcAft>
              <a:buClr>
                <a:schemeClr val="dk1"/>
              </a:buClr>
              <a:buSzPts val="2500"/>
              <a:buFont typeface="Arial"/>
              <a:buChar char="❏"/>
            </a:pPr>
            <a:r>
              <a:rPr lang="en-US" sz="2500" b="0" i="1" u="none" strike="noStrike" cap="none">
                <a:solidFill>
                  <a:schemeClr val="dk1"/>
                </a:solidFill>
                <a:latin typeface="Arial"/>
                <a:ea typeface="Arial"/>
                <a:cs typeface="Arial"/>
                <a:sym typeface="Arial"/>
              </a:rPr>
              <a:t>Example: Any LLM (ChatGPT, Claude, Grok, etc) is like a brain of whether its a single agent or multiple agent system.</a:t>
            </a:r>
            <a:endParaRPr sz="2500" b="0" i="1" u="none" strike="noStrike" cap="none">
              <a:solidFill>
                <a:schemeClr val="dk1"/>
              </a:solidFill>
              <a:latin typeface="Arial"/>
              <a:ea typeface="Arial"/>
              <a:cs typeface="Arial"/>
              <a:sym typeface="Arial"/>
            </a:endParaRPr>
          </a:p>
          <a:p>
            <a:pPr marL="457200" marR="0" lvl="0" indent="-387350" algn="l" rtl="0">
              <a:lnSpc>
                <a:spcPct val="115000"/>
              </a:lnSpc>
              <a:spcBef>
                <a:spcPts val="0"/>
              </a:spcBef>
              <a:spcAft>
                <a:spcPts val="0"/>
              </a:spcAft>
              <a:buClr>
                <a:schemeClr val="dk1"/>
              </a:buClr>
              <a:buSzPts val="2500"/>
              <a:buFont typeface="Arial"/>
              <a:buChar char="❏"/>
            </a:pPr>
            <a:r>
              <a:rPr lang="en-US" sz="2500" b="0" i="1" u="none" strike="noStrike" cap="none">
                <a:solidFill>
                  <a:schemeClr val="dk1"/>
                </a:solidFill>
                <a:latin typeface="Arial"/>
                <a:ea typeface="Arial"/>
                <a:cs typeface="Arial"/>
                <a:sym typeface="Arial"/>
              </a:rPr>
              <a:t>The LLMs can understand &amp; generate language.</a:t>
            </a:r>
            <a:endParaRPr sz="2500" b="0" i="1" u="none" strike="noStrike" cap="none">
              <a:solidFill>
                <a:schemeClr val="dk1"/>
              </a:solidFill>
              <a:latin typeface="Arial"/>
              <a:ea typeface="Arial"/>
              <a:cs typeface="Arial"/>
              <a:sym typeface="Arial"/>
            </a:endParaRPr>
          </a:p>
          <a:p>
            <a:pPr marL="457200" marR="0" lvl="0" indent="-387350" algn="l" rtl="0">
              <a:lnSpc>
                <a:spcPct val="115000"/>
              </a:lnSpc>
              <a:spcBef>
                <a:spcPts val="0"/>
              </a:spcBef>
              <a:spcAft>
                <a:spcPts val="0"/>
              </a:spcAft>
              <a:buClr>
                <a:srgbClr val="274E13"/>
              </a:buClr>
              <a:buSzPts val="2500"/>
              <a:buFont typeface="Arial"/>
              <a:buChar char="❏"/>
            </a:pPr>
            <a:r>
              <a:rPr lang="en-US" sz="2500" b="0" i="1" u="none" strike="noStrike" cap="none">
                <a:solidFill>
                  <a:srgbClr val="274E13"/>
                </a:solidFill>
                <a:latin typeface="Arial"/>
                <a:ea typeface="Arial"/>
                <a:cs typeface="Arial"/>
                <a:sym typeface="Arial"/>
              </a:rPr>
              <a:t>Note:</a:t>
            </a:r>
            <a:endParaRPr sz="2500" b="0" i="1" u="none" strike="noStrike" cap="none">
              <a:solidFill>
                <a:srgbClr val="274E13"/>
              </a:solidFill>
              <a:latin typeface="Arial"/>
              <a:ea typeface="Arial"/>
              <a:cs typeface="Arial"/>
              <a:sym typeface="Arial"/>
            </a:endParaRPr>
          </a:p>
          <a:p>
            <a:pPr marL="457200" marR="0" lvl="0" indent="-387350" algn="l" rtl="0">
              <a:lnSpc>
                <a:spcPct val="115000"/>
              </a:lnSpc>
              <a:spcBef>
                <a:spcPts val="0"/>
              </a:spcBef>
              <a:spcAft>
                <a:spcPts val="0"/>
              </a:spcAft>
              <a:buClr>
                <a:schemeClr val="dk1"/>
              </a:buClr>
              <a:buSzPts val="2500"/>
              <a:buFont typeface="Arial"/>
              <a:buChar char="❏"/>
            </a:pPr>
            <a:r>
              <a:rPr lang="en-US" sz="2500" b="0" i="1" u="none" strike="noStrike" cap="none">
                <a:solidFill>
                  <a:schemeClr val="dk1"/>
                </a:solidFill>
                <a:latin typeface="Arial"/>
                <a:ea typeface="Arial"/>
                <a:cs typeface="Arial"/>
                <a:sym typeface="Arial"/>
              </a:rPr>
              <a:t>One LLM can be used across all agents, as in some code where Gemini handles guardrail, triage, math, and history. It's not necessary for each agent to have its own LLM; sharing one is efficient and common.</a:t>
            </a:r>
            <a:endParaRPr sz="2500" b="0" i="1"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500"/>
              <a:buFont typeface="Arial"/>
              <a:buNone/>
            </a:pPr>
            <a:endParaRPr sz="2500" b="0" i="1"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a4904d7b3a_2_45"/>
          <p:cNvSpPr txBox="1">
            <a:spLocks noGrp="1"/>
          </p:cNvSpPr>
          <p:nvPr>
            <p:ph type="body" idx="1"/>
          </p:nvPr>
        </p:nvSpPr>
        <p:spPr>
          <a:xfrm>
            <a:off x="838200" y="1553775"/>
            <a:ext cx="10515600" cy="4226100"/>
          </a:xfrm>
          <a:prstGeom prst="rect">
            <a:avLst/>
          </a:prstGeom>
          <a:noFill/>
          <a:ln>
            <a:noFill/>
          </a:ln>
        </p:spPr>
        <p:txBody>
          <a:bodyPr spcFirstLastPara="1" wrap="square" lIns="91425" tIns="45700" rIns="91425" bIns="45700" anchor="t" anchorCtr="0">
            <a:noAutofit/>
          </a:bodyPr>
          <a:lstStyle/>
          <a:p>
            <a:pPr marL="457200" lvl="0" indent="-355600" algn="l" rtl="0">
              <a:lnSpc>
                <a:spcPct val="105000"/>
              </a:lnSpc>
              <a:spcBef>
                <a:spcPts val="1200"/>
              </a:spcBef>
              <a:spcAft>
                <a:spcPts val="0"/>
              </a:spcAft>
              <a:buSzPts val="2000"/>
              <a:buChar char="❏"/>
            </a:pPr>
            <a:r>
              <a:rPr lang="en-US" sz="3000"/>
              <a:t>Prompt management simictions or requests you give to AI like "Write me a poem". Prompts</a:t>
            </a:r>
            <a:endParaRPr sz="3000"/>
          </a:p>
          <a:p>
            <a:pPr marL="457200" lvl="0" indent="-355600" algn="l" rtl="0">
              <a:lnSpc>
                <a:spcPct val="105000"/>
              </a:lnSpc>
              <a:spcBef>
                <a:spcPts val="1200"/>
              </a:spcBef>
              <a:spcAft>
                <a:spcPts val="0"/>
              </a:spcAft>
              <a:buSzPts val="2000"/>
              <a:buChar char="❏"/>
            </a:pPr>
            <a:r>
              <a:rPr lang="en-US" sz="3000"/>
              <a:t>Prompt management means making sure the AI understands the instructions correctly.</a:t>
            </a:r>
            <a:endParaRPr sz="3000"/>
          </a:p>
          <a:p>
            <a:pPr marL="457200" lvl="0" indent="-355600" algn="l" rtl="0">
              <a:lnSpc>
                <a:spcPct val="105000"/>
              </a:lnSpc>
              <a:spcBef>
                <a:spcPts val="1200"/>
              </a:spcBef>
              <a:spcAft>
                <a:spcPts val="0"/>
              </a:spcAft>
              <a:buSzPts val="2000"/>
              <a:buChar char="❏"/>
            </a:pPr>
            <a:r>
              <a:rPr lang="en-US" sz="3000"/>
              <a:t>It controls how we ask the AI questions or give tasks, like using examples or clear formats to help it understand better.</a:t>
            </a:r>
            <a:endParaRPr/>
          </a:p>
        </p:txBody>
      </p:sp>
      <p:sp>
        <p:nvSpPr>
          <p:cNvPr id="141" name="Google Shape;141;g3a4904d7b3a_2_45"/>
          <p:cNvSpPr txBox="1"/>
          <p:nvPr/>
        </p:nvSpPr>
        <p:spPr>
          <a:xfrm>
            <a:off x="1357300" y="678650"/>
            <a:ext cx="86619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900"/>
              <a:buFont typeface="Arial"/>
              <a:buNone/>
            </a:pPr>
            <a:r>
              <a:rPr lang="en-US" sz="3900" b="0" i="0" u="none" strike="noStrike" cap="none">
                <a:solidFill>
                  <a:srgbClr val="274E13"/>
                </a:solidFill>
                <a:latin typeface="Arial"/>
                <a:ea typeface="Arial"/>
                <a:cs typeface="Arial"/>
                <a:sym typeface="Arial"/>
              </a:rPr>
              <a:t>            </a:t>
            </a:r>
            <a:r>
              <a:rPr lang="en-US" sz="4200" b="0" i="0" u="none" strike="noStrike" cap="none">
                <a:solidFill>
                  <a:srgbClr val="274E13"/>
                </a:solidFill>
                <a:latin typeface="Arial"/>
                <a:ea typeface="Arial"/>
                <a:cs typeface="Arial"/>
                <a:sym typeface="Arial"/>
              </a:rPr>
              <a:t>Prompt Management  </a:t>
            </a:r>
            <a:endParaRPr sz="4200" b="0" i="0" u="none" strike="noStrike" cap="none">
              <a:solidFill>
                <a:srgbClr val="274E13"/>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a4904d7b3a_2_45"/>
          <p:cNvSpPr txBox="1">
            <a:spLocks noGrp="1"/>
          </p:cNvSpPr>
          <p:nvPr>
            <p:ph type="body" idx="1"/>
          </p:nvPr>
        </p:nvSpPr>
        <p:spPr>
          <a:xfrm>
            <a:off x="838200" y="1553775"/>
            <a:ext cx="10515600" cy="4226100"/>
          </a:xfrm>
          <a:prstGeom prst="rect">
            <a:avLst/>
          </a:prstGeom>
          <a:noFill/>
          <a:ln>
            <a:noFill/>
          </a:ln>
        </p:spPr>
        <p:txBody>
          <a:bodyPr spcFirstLastPara="1" wrap="square" lIns="91425" tIns="45700" rIns="91425" bIns="45700" anchor="t" anchorCtr="0">
            <a:noAutofit/>
          </a:bodyPr>
          <a:lstStyle/>
          <a:p>
            <a:pPr marL="457200" lvl="0" indent="-355600" algn="l" rtl="0">
              <a:lnSpc>
                <a:spcPct val="105000"/>
              </a:lnSpc>
              <a:spcBef>
                <a:spcPts val="1200"/>
              </a:spcBef>
              <a:spcAft>
                <a:spcPts val="0"/>
              </a:spcAft>
              <a:buSzPts val="2000"/>
              <a:buChar char="❏"/>
            </a:pPr>
            <a:r>
              <a:rPr lang="en-US" dirty="0" smtClean="0"/>
              <a:t>Hands on practice with N8N &amp; Crew AI</a:t>
            </a:r>
          </a:p>
          <a:p>
            <a:pPr marL="457200" lvl="0" indent="-355600" algn="l" rtl="0">
              <a:lnSpc>
                <a:spcPct val="105000"/>
              </a:lnSpc>
              <a:spcBef>
                <a:spcPts val="1200"/>
              </a:spcBef>
              <a:spcAft>
                <a:spcPts val="0"/>
              </a:spcAft>
              <a:buSzPts val="2000"/>
              <a:buChar char="❏"/>
            </a:pPr>
            <a:endParaRPr lang="en-US" dirty="0"/>
          </a:p>
          <a:p>
            <a:pPr marL="457200" lvl="0" indent="-355600" algn="l" rtl="0">
              <a:lnSpc>
                <a:spcPct val="105000"/>
              </a:lnSpc>
              <a:spcBef>
                <a:spcPts val="1200"/>
              </a:spcBef>
              <a:spcAft>
                <a:spcPts val="0"/>
              </a:spcAft>
              <a:buSzPts val="2000"/>
              <a:buChar char="❏"/>
            </a:pPr>
            <a:r>
              <a:rPr lang="en-US" b="1" dirty="0" smtClean="0"/>
              <a:t>Powered By: </a:t>
            </a:r>
            <a:r>
              <a:rPr lang="en-US" dirty="0" smtClean="0"/>
              <a:t>Muhammad Ibrahim </a:t>
            </a:r>
            <a:r>
              <a:rPr lang="en-US" dirty="0" err="1" smtClean="0"/>
              <a:t>Qasmi</a:t>
            </a:r>
            <a:endParaRPr dirty="0"/>
          </a:p>
        </p:txBody>
      </p:sp>
      <p:sp>
        <p:nvSpPr>
          <p:cNvPr id="141" name="Google Shape;141;g3a4904d7b3a_2_45"/>
          <p:cNvSpPr txBox="1"/>
          <p:nvPr/>
        </p:nvSpPr>
        <p:spPr>
          <a:xfrm>
            <a:off x="1357300" y="678650"/>
            <a:ext cx="8661900" cy="784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900"/>
              <a:buFont typeface="Arial"/>
              <a:buNone/>
            </a:pPr>
            <a:r>
              <a:rPr lang="en-US" sz="3900" b="0" i="0" u="none" strike="noStrike" cap="none" dirty="0" smtClean="0">
                <a:solidFill>
                  <a:srgbClr val="274E13"/>
                </a:solidFill>
                <a:latin typeface="Arial"/>
                <a:ea typeface="Arial"/>
                <a:cs typeface="Arial"/>
                <a:sym typeface="Arial"/>
              </a:rPr>
              <a:t>Practical No 02</a:t>
            </a:r>
            <a:endParaRPr sz="4200" b="0" i="0" u="none" strike="noStrike" cap="none" dirty="0">
              <a:solidFill>
                <a:srgbClr val="274E13"/>
              </a:solidFill>
              <a:latin typeface="Arial"/>
              <a:ea typeface="Arial"/>
              <a:cs typeface="Arial"/>
              <a:sym typeface="Arial"/>
            </a:endParaRPr>
          </a:p>
        </p:txBody>
      </p:sp>
    </p:spTree>
    <p:extLst>
      <p:ext uri="{BB962C8B-B14F-4D97-AF65-F5344CB8AC3E}">
        <p14:creationId xmlns:p14="http://schemas.microsoft.com/office/powerpoint/2010/main" val="4265632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a4904d7b3a_2_5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	</a:t>
            </a:r>
            <a:r>
              <a:rPr lang="en-US" b="1"/>
              <a:t>Feel free to ask!</a:t>
            </a:r>
            <a:endParaRPr b="1"/>
          </a:p>
        </p:txBody>
      </p:sp>
      <p:pic>
        <p:nvPicPr>
          <p:cNvPr id="147" name="Google Shape;147;g3a4904d7b3a_2_50"/>
          <p:cNvPicPr preferRelativeResize="0">
            <a:picLocks noGrp="1"/>
          </p:cNvPicPr>
          <p:nvPr>
            <p:ph type="body" idx="1"/>
          </p:nvPr>
        </p:nvPicPr>
        <p:blipFill rotWithShape="1">
          <a:blip r:embed="rId3">
            <a:alphaModFix/>
          </a:blip>
          <a:srcRect/>
          <a:stretch/>
        </p:blipFill>
        <p:spPr>
          <a:xfrm>
            <a:off x="1713297" y="1690689"/>
            <a:ext cx="8662737" cy="38919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g3a4904d7b3a_2_55"/>
          <p:cNvPicPr preferRelativeResize="0"/>
          <p:nvPr/>
        </p:nvPicPr>
        <p:blipFill rotWithShape="1">
          <a:blip r:embed="rId3">
            <a:alphaModFix/>
          </a:blip>
          <a:srcRect/>
          <a:stretch/>
        </p:blipFill>
        <p:spPr>
          <a:xfrm>
            <a:off x="876620" y="755001"/>
            <a:ext cx="10471565" cy="547254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456</Words>
  <Application>Microsoft Office PowerPoint</Application>
  <PresentationFormat>Widescreen</PresentationFormat>
  <Paragraphs>40</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Play</vt:lpstr>
      <vt:lpstr>Arial</vt:lpstr>
      <vt:lpstr>Calibri</vt:lpstr>
      <vt:lpstr>Carlito</vt:lpstr>
      <vt:lpstr>Montserrat</vt:lpstr>
      <vt:lpstr>Office Theme</vt:lpstr>
      <vt:lpstr>PowerPoint Presentation</vt:lpstr>
      <vt:lpstr>Modern Frameworks</vt:lpstr>
      <vt:lpstr>PowerPoint Presentation</vt:lpstr>
      <vt:lpstr>  Several Multiple Agents Networks </vt:lpstr>
      <vt:lpstr>Agenda of General Multiple Agents System 🎯</vt:lpstr>
      <vt:lpstr>Tech companies offer Multiple agents network development</vt:lpstr>
      <vt:lpstr>PowerPoint Presentation</vt:lpstr>
      <vt:lpstr>PowerPoint Presentation</vt:lpstr>
      <vt:lpstr>PowerPoint Presentation</vt:lpstr>
      <vt:lpstr> Feel free to ask!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khan m-khan.com</dc:creator>
  <cp:lastModifiedBy>LENOVO</cp:lastModifiedBy>
  <cp:revision>1</cp:revision>
  <dcterms:created xsi:type="dcterms:W3CDTF">2024-11-29T07:58:14Z</dcterms:created>
  <dcterms:modified xsi:type="dcterms:W3CDTF">2025-11-17T14:04:22Z</dcterms:modified>
</cp:coreProperties>
</file>